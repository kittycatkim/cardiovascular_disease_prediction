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73" r:id="rId4"/>
    <p:sldId id="269" r:id="rId5"/>
    <p:sldId id="292" r:id="rId6"/>
    <p:sldId id="268" r:id="rId7"/>
    <p:sldId id="276" r:id="rId8"/>
    <p:sldId id="275" r:id="rId9"/>
    <p:sldId id="286" r:id="rId10"/>
    <p:sldId id="287" r:id="rId11"/>
    <p:sldId id="289" r:id="rId12"/>
    <p:sldId id="288" r:id="rId13"/>
    <p:sldId id="285" r:id="rId14"/>
    <p:sldId id="293" r:id="rId15"/>
    <p:sldId id="272" r:id="rId16"/>
    <p:sldId id="265" r:id="rId17"/>
    <p:sldId id="295" r:id="rId18"/>
    <p:sldId id="290" r:id="rId19"/>
    <p:sldId id="29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CD0745-1605-4E9B-88A7-1DB468AAE67A}" v="1003" dt="2025-05-03T09:04:05.0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, Cat H" userId="7767e47b-0ad2-44cc-a770-f22a865ee24a" providerId="ADAL" clId="{53CD0745-1605-4E9B-88A7-1DB468AAE67A}"/>
    <pc:docChg chg="undo custSel addSld delSld modSld sldOrd">
      <pc:chgData name="Kim, Cat H" userId="7767e47b-0ad2-44cc-a770-f22a865ee24a" providerId="ADAL" clId="{53CD0745-1605-4E9B-88A7-1DB468AAE67A}" dt="2025-05-03T09:04:05.005" v="6684" actId="12100"/>
      <pc:docMkLst>
        <pc:docMk/>
      </pc:docMkLst>
      <pc:sldChg chg="addSp delSp modSp mod setBg">
        <pc:chgData name="Kim, Cat H" userId="7767e47b-0ad2-44cc-a770-f22a865ee24a" providerId="ADAL" clId="{53CD0745-1605-4E9B-88A7-1DB468AAE67A}" dt="2025-05-03T08:46:06.733" v="6356" actId="14100"/>
        <pc:sldMkLst>
          <pc:docMk/>
          <pc:sldMk cId="2085355481" sldId="256"/>
        </pc:sldMkLst>
        <pc:spChg chg="mod">
          <ac:chgData name="Kim, Cat H" userId="7767e47b-0ad2-44cc-a770-f22a865ee24a" providerId="ADAL" clId="{53CD0745-1605-4E9B-88A7-1DB468AAE67A}" dt="2025-05-03T08:45:53.836" v="6351" actId="26606"/>
          <ac:spMkLst>
            <pc:docMk/>
            <pc:sldMk cId="2085355481" sldId="256"/>
            <ac:spMk id="2" creationId="{DA9A0347-7C64-BDB2-753C-EAE752D56351}"/>
          </ac:spMkLst>
        </pc:spChg>
        <pc:spChg chg="mod ord">
          <ac:chgData name="Kim, Cat H" userId="7767e47b-0ad2-44cc-a770-f22a865ee24a" providerId="ADAL" clId="{53CD0745-1605-4E9B-88A7-1DB468AAE67A}" dt="2025-05-03T08:46:06.733" v="6356" actId="14100"/>
          <ac:spMkLst>
            <pc:docMk/>
            <pc:sldMk cId="2085355481" sldId="256"/>
            <ac:spMk id="3" creationId="{5B8620E4-ADA7-C7C0-B145-78A90859BEBB}"/>
          </ac:spMkLst>
        </pc:spChg>
        <pc:picChg chg="add del mod">
          <ac:chgData name="Kim, Cat H" userId="7767e47b-0ad2-44cc-a770-f22a865ee24a" providerId="ADAL" clId="{53CD0745-1605-4E9B-88A7-1DB468AAE67A}" dt="2025-05-03T08:45:16.342" v="6347" actId="478"/>
          <ac:picMkLst>
            <pc:docMk/>
            <pc:sldMk cId="2085355481" sldId="256"/>
            <ac:picMk id="5" creationId="{8A7C936E-7FA5-FE21-D403-8E622E5A5227}"/>
          </ac:picMkLst>
        </pc:picChg>
        <pc:picChg chg="add mod">
          <ac:chgData name="Kim, Cat H" userId="7767e47b-0ad2-44cc-a770-f22a865ee24a" providerId="ADAL" clId="{53CD0745-1605-4E9B-88A7-1DB468AAE67A}" dt="2025-05-03T08:45:53.836" v="6351" actId="26606"/>
          <ac:picMkLst>
            <pc:docMk/>
            <pc:sldMk cId="2085355481" sldId="256"/>
            <ac:picMk id="7" creationId="{66B39692-F976-1512-BAC7-F9B07B4EDF59}"/>
          </ac:picMkLst>
        </pc:picChg>
        <pc:cxnChg chg="add">
          <ac:chgData name="Kim, Cat H" userId="7767e47b-0ad2-44cc-a770-f22a865ee24a" providerId="ADAL" clId="{53CD0745-1605-4E9B-88A7-1DB468AAE67A}" dt="2025-05-03T08:45:53.836" v="6351" actId="26606"/>
          <ac:cxnSpMkLst>
            <pc:docMk/>
            <pc:sldMk cId="2085355481" sldId="256"/>
            <ac:cxnSpMk id="12" creationId="{249EDD1B-F94D-B4E6-ACAA-566B9A26FDE3}"/>
          </ac:cxnSpMkLst>
        </pc:cxnChg>
      </pc:sldChg>
      <pc:sldChg chg="modSp new del mod">
        <pc:chgData name="Kim, Cat H" userId="7767e47b-0ad2-44cc-a770-f22a865ee24a" providerId="ADAL" clId="{53CD0745-1605-4E9B-88A7-1DB468AAE67A}" dt="2025-05-02T21:13:31.550" v="1402" actId="2696"/>
        <pc:sldMkLst>
          <pc:docMk/>
          <pc:sldMk cId="2009627704" sldId="257"/>
        </pc:sldMkLst>
        <pc:spChg chg="mod">
          <ac:chgData name="Kim, Cat H" userId="7767e47b-0ad2-44cc-a770-f22a865ee24a" providerId="ADAL" clId="{53CD0745-1605-4E9B-88A7-1DB468AAE67A}" dt="2025-05-02T20:46:32.190" v="153" actId="20577"/>
          <ac:spMkLst>
            <pc:docMk/>
            <pc:sldMk cId="2009627704" sldId="257"/>
            <ac:spMk id="3" creationId="{C247CA24-E511-7D70-9C0D-7C550383D52A}"/>
          </ac:spMkLst>
        </pc:spChg>
      </pc:sldChg>
      <pc:sldChg chg="addSp delSp modSp new mod">
        <pc:chgData name="Kim, Cat H" userId="7767e47b-0ad2-44cc-a770-f22a865ee24a" providerId="ADAL" clId="{53CD0745-1605-4E9B-88A7-1DB468AAE67A}" dt="2025-05-02T22:56:02.565" v="2640" actId="20577"/>
        <pc:sldMkLst>
          <pc:docMk/>
          <pc:sldMk cId="1762619265" sldId="258"/>
        </pc:sldMkLst>
        <pc:spChg chg="mod">
          <ac:chgData name="Kim, Cat H" userId="7767e47b-0ad2-44cc-a770-f22a865ee24a" providerId="ADAL" clId="{53CD0745-1605-4E9B-88A7-1DB468AAE67A}" dt="2025-05-02T21:18:27.946" v="1492" actId="20577"/>
          <ac:spMkLst>
            <pc:docMk/>
            <pc:sldMk cId="1762619265" sldId="258"/>
            <ac:spMk id="2" creationId="{F1F98EFE-9A36-E360-E635-E590A835BBA7}"/>
          </ac:spMkLst>
        </pc:spChg>
        <pc:spChg chg="mod">
          <ac:chgData name="Kim, Cat H" userId="7767e47b-0ad2-44cc-a770-f22a865ee24a" providerId="ADAL" clId="{53CD0745-1605-4E9B-88A7-1DB468AAE67A}" dt="2025-05-02T22:56:02.565" v="2640" actId="20577"/>
          <ac:spMkLst>
            <pc:docMk/>
            <pc:sldMk cId="1762619265" sldId="258"/>
            <ac:spMk id="3" creationId="{96F076A9-613F-08D7-7816-468ED54A7515}"/>
          </ac:spMkLst>
        </pc:spChg>
        <pc:spChg chg="add mod">
          <ac:chgData name="Kim, Cat H" userId="7767e47b-0ad2-44cc-a770-f22a865ee24a" providerId="ADAL" clId="{53CD0745-1605-4E9B-88A7-1DB468AAE67A}" dt="2025-05-02T20:55:14.432" v="227" actId="20577"/>
          <ac:spMkLst>
            <pc:docMk/>
            <pc:sldMk cId="1762619265" sldId="258"/>
            <ac:spMk id="5" creationId="{97538844-5392-05F9-24D3-A5CE90A4B094}"/>
          </ac:spMkLst>
        </pc:spChg>
        <pc:spChg chg="add">
          <ac:chgData name="Kim, Cat H" userId="7767e47b-0ad2-44cc-a770-f22a865ee24a" providerId="ADAL" clId="{53CD0745-1605-4E9B-88A7-1DB468AAE67A}" dt="2025-05-02T20:57:56.162" v="459"/>
          <ac:spMkLst>
            <pc:docMk/>
            <pc:sldMk cId="1762619265" sldId="258"/>
            <ac:spMk id="6" creationId="{8F401F13-F39F-D884-3508-945FDE203249}"/>
          </ac:spMkLst>
        </pc:spChg>
        <pc:spChg chg="add">
          <ac:chgData name="Kim, Cat H" userId="7767e47b-0ad2-44cc-a770-f22a865ee24a" providerId="ADAL" clId="{53CD0745-1605-4E9B-88A7-1DB468AAE67A}" dt="2025-05-02T20:57:59.315" v="460"/>
          <ac:spMkLst>
            <pc:docMk/>
            <pc:sldMk cId="1762619265" sldId="258"/>
            <ac:spMk id="7" creationId="{E43AEDEF-2B26-599B-4BC4-7BF12A840164}"/>
          </ac:spMkLst>
        </pc:spChg>
        <pc:spChg chg="add mod">
          <ac:chgData name="Kim, Cat H" userId="7767e47b-0ad2-44cc-a770-f22a865ee24a" providerId="ADAL" clId="{53CD0745-1605-4E9B-88A7-1DB468AAE67A}" dt="2025-05-02T21:11:43.282" v="1342"/>
          <ac:spMkLst>
            <pc:docMk/>
            <pc:sldMk cId="1762619265" sldId="258"/>
            <ac:spMk id="9" creationId="{954C04CE-AC40-AB44-EFA1-3EC211142AF9}"/>
          </ac:spMkLst>
        </pc:spChg>
        <pc:spChg chg="add mod">
          <ac:chgData name="Kim, Cat H" userId="7767e47b-0ad2-44cc-a770-f22a865ee24a" providerId="ADAL" clId="{53CD0745-1605-4E9B-88A7-1DB468AAE67A}" dt="2025-05-02T21:28:25.790" v="1879" actId="1076"/>
          <ac:spMkLst>
            <pc:docMk/>
            <pc:sldMk cId="1762619265" sldId="258"/>
            <ac:spMk id="10" creationId="{74F90181-E9CC-60FC-11EA-21CB5D22CC94}"/>
          </ac:spMkLst>
        </pc:spChg>
        <pc:spChg chg="add mod">
          <ac:chgData name="Kim, Cat H" userId="7767e47b-0ad2-44cc-a770-f22a865ee24a" providerId="ADAL" clId="{53CD0745-1605-4E9B-88A7-1DB468AAE67A}" dt="2025-05-02T21:19:02.493" v="1498"/>
          <ac:spMkLst>
            <pc:docMk/>
            <pc:sldMk cId="1762619265" sldId="258"/>
            <ac:spMk id="12" creationId="{28D9F7C2-C09F-8E94-4933-8DADCF57452D}"/>
          </ac:spMkLst>
        </pc:spChg>
        <pc:graphicFrameChg chg="add mod modGraphic">
          <ac:chgData name="Kim, Cat H" userId="7767e47b-0ad2-44cc-a770-f22a865ee24a" providerId="ADAL" clId="{53CD0745-1605-4E9B-88A7-1DB468AAE67A}" dt="2025-05-02T21:28:25.790" v="1879" actId="1076"/>
          <ac:graphicFrameMkLst>
            <pc:docMk/>
            <pc:sldMk cId="1762619265" sldId="258"/>
            <ac:graphicFrameMk id="8" creationId="{66D9A695-D0DC-E8A3-43AB-BB8B9138FC06}"/>
          </ac:graphicFrameMkLst>
        </pc:graphicFrameChg>
        <pc:picChg chg="add del mod">
          <ac:chgData name="Kim, Cat H" userId="7767e47b-0ad2-44cc-a770-f22a865ee24a" providerId="ADAL" clId="{53CD0745-1605-4E9B-88A7-1DB468AAE67A}" dt="2025-05-02T21:17:17.756" v="1463" actId="21"/>
          <ac:picMkLst>
            <pc:docMk/>
            <pc:sldMk cId="1762619265" sldId="258"/>
            <ac:picMk id="11" creationId="{6B0453C4-2C4E-9424-2AB2-2F48CF313AB9}"/>
          </ac:picMkLst>
        </pc:picChg>
        <pc:picChg chg="add mod">
          <ac:chgData name="Kim, Cat H" userId="7767e47b-0ad2-44cc-a770-f22a865ee24a" providerId="ADAL" clId="{53CD0745-1605-4E9B-88A7-1DB468AAE67A}" dt="2025-05-02T21:25:19.443" v="1564" actId="14100"/>
          <ac:picMkLst>
            <pc:docMk/>
            <pc:sldMk cId="1762619265" sldId="258"/>
            <ac:picMk id="14" creationId="{4FCB6CC9-E4BD-A187-D9CD-5F8EDC4DFC82}"/>
          </ac:picMkLst>
        </pc:picChg>
      </pc:sldChg>
      <pc:sldChg chg="addSp delSp modSp new del mod">
        <pc:chgData name="Kim, Cat H" userId="7767e47b-0ad2-44cc-a770-f22a865ee24a" providerId="ADAL" clId="{53CD0745-1605-4E9B-88A7-1DB468AAE67A}" dt="2025-05-03T05:50:41.158" v="4152" actId="47"/>
        <pc:sldMkLst>
          <pc:docMk/>
          <pc:sldMk cId="2861706377" sldId="259"/>
        </pc:sldMkLst>
        <pc:spChg chg="mod">
          <ac:chgData name="Kim, Cat H" userId="7767e47b-0ad2-44cc-a770-f22a865ee24a" providerId="ADAL" clId="{53CD0745-1605-4E9B-88A7-1DB468AAE67A}" dt="2025-05-03T05:29:49.058" v="3946" actId="20577"/>
          <ac:spMkLst>
            <pc:docMk/>
            <pc:sldMk cId="2861706377" sldId="259"/>
            <ac:spMk id="2" creationId="{609D0000-C80B-79CC-C7A8-4987D9F50F8F}"/>
          </ac:spMkLst>
        </pc:spChg>
        <pc:spChg chg="mod">
          <ac:chgData name="Kim, Cat H" userId="7767e47b-0ad2-44cc-a770-f22a865ee24a" providerId="ADAL" clId="{53CD0745-1605-4E9B-88A7-1DB468AAE67A}" dt="2025-05-02T23:10:14.193" v="2914" actId="27636"/>
          <ac:spMkLst>
            <pc:docMk/>
            <pc:sldMk cId="2861706377" sldId="259"/>
            <ac:spMk id="3" creationId="{161FEE4E-9452-38CB-73C0-92EE687CE1F4}"/>
          </ac:spMkLst>
        </pc:spChg>
        <pc:spChg chg="add">
          <ac:chgData name="Kim, Cat H" userId="7767e47b-0ad2-44cc-a770-f22a865ee24a" providerId="ADAL" clId="{53CD0745-1605-4E9B-88A7-1DB468AAE67A}" dt="2025-05-02T21:41:16.885" v="2277"/>
          <ac:spMkLst>
            <pc:docMk/>
            <pc:sldMk cId="2861706377" sldId="259"/>
            <ac:spMk id="4" creationId="{2C66AE47-2D22-72A0-6316-3DC66D7F09D3}"/>
          </ac:spMkLst>
        </pc:spChg>
        <pc:graphicFrameChg chg="add mod">
          <ac:chgData name="Kim, Cat H" userId="7767e47b-0ad2-44cc-a770-f22a865ee24a" providerId="ADAL" clId="{53CD0745-1605-4E9B-88A7-1DB468AAE67A}" dt="2025-05-03T05:30:00.633" v="3948" actId="1076"/>
          <ac:graphicFrameMkLst>
            <pc:docMk/>
            <pc:sldMk cId="2861706377" sldId="259"/>
            <ac:graphicFrameMk id="11" creationId="{2B46D077-D84E-DC4B-A625-5907DBC52B18}"/>
          </ac:graphicFrameMkLst>
        </pc:graphicFrameChg>
        <pc:picChg chg="add del mod">
          <ac:chgData name="Kim, Cat H" userId="7767e47b-0ad2-44cc-a770-f22a865ee24a" providerId="ADAL" clId="{53CD0745-1605-4E9B-88A7-1DB468AAE67A}" dt="2025-05-03T04:12:06.762" v="3039" actId="478"/>
          <ac:picMkLst>
            <pc:docMk/>
            <pc:sldMk cId="2861706377" sldId="259"/>
            <ac:picMk id="6" creationId="{B63F997A-34D3-82BF-037C-4CB7347AF62D}"/>
          </ac:picMkLst>
        </pc:picChg>
        <pc:picChg chg="add del">
          <ac:chgData name="Kim, Cat H" userId="7767e47b-0ad2-44cc-a770-f22a865ee24a" providerId="ADAL" clId="{53CD0745-1605-4E9B-88A7-1DB468AAE67A}" dt="2025-05-02T23:01:10.978" v="2722" actId="22"/>
          <ac:picMkLst>
            <pc:docMk/>
            <pc:sldMk cId="2861706377" sldId="259"/>
            <ac:picMk id="8" creationId="{092429A4-EA30-4AE3-710A-DAB3F23E0A02}"/>
          </ac:picMkLst>
        </pc:picChg>
        <pc:picChg chg="add del mod">
          <ac:chgData name="Kim, Cat H" userId="7767e47b-0ad2-44cc-a770-f22a865ee24a" providerId="ADAL" clId="{53CD0745-1605-4E9B-88A7-1DB468AAE67A}" dt="2025-05-03T04:54:46.289" v="3744" actId="478"/>
          <ac:picMkLst>
            <pc:docMk/>
            <pc:sldMk cId="2861706377" sldId="259"/>
            <ac:picMk id="10" creationId="{C1B382C7-0ACB-83D9-FDD5-F3530E1662FC}"/>
          </ac:picMkLst>
        </pc:picChg>
      </pc:sldChg>
      <pc:sldChg chg="addSp delSp modSp new del mod">
        <pc:chgData name="Kim, Cat H" userId="7767e47b-0ad2-44cc-a770-f22a865ee24a" providerId="ADAL" clId="{53CD0745-1605-4E9B-88A7-1DB468AAE67A}" dt="2025-05-02T21:43:53.131" v="2357" actId="47"/>
        <pc:sldMkLst>
          <pc:docMk/>
          <pc:sldMk cId="2338663397" sldId="260"/>
        </pc:sldMkLst>
        <pc:spChg chg="mod">
          <ac:chgData name="Kim, Cat H" userId="7767e47b-0ad2-44cc-a770-f22a865ee24a" providerId="ADAL" clId="{53CD0745-1605-4E9B-88A7-1DB468AAE67A}" dt="2025-05-02T19:55:50.666" v="73" actId="20577"/>
          <ac:spMkLst>
            <pc:docMk/>
            <pc:sldMk cId="2338663397" sldId="260"/>
            <ac:spMk id="2" creationId="{AE747CD4-1E2E-40EF-3FC3-7244CC30FA5B}"/>
          </ac:spMkLst>
        </pc:spChg>
        <pc:spChg chg="add del">
          <ac:chgData name="Kim, Cat H" userId="7767e47b-0ad2-44cc-a770-f22a865ee24a" providerId="ADAL" clId="{53CD0745-1605-4E9B-88A7-1DB468AAE67A}" dt="2025-05-02T19:55:37.588" v="69"/>
          <ac:spMkLst>
            <pc:docMk/>
            <pc:sldMk cId="2338663397" sldId="260"/>
            <ac:spMk id="3" creationId="{872CDB55-20BB-6CA2-42F6-B843D5594321}"/>
          </ac:spMkLst>
        </pc:spChg>
        <pc:picChg chg="add del mod ord">
          <ac:chgData name="Kim, Cat H" userId="7767e47b-0ad2-44cc-a770-f22a865ee24a" providerId="ADAL" clId="{53CD0745-1605-4E9B-88A7-1DB468AAE67A}" dt="2025-05-02T19:55:34.408" v="68" actId="22"/>
          <ac:picMkLst>
            <pc:docMk/>
            <pc:sldMk cId="2338663397" sldId="260"/>
            <ac:picMk id="5" creationId="{4D61361B-3D27-EDD4-3D67-E43B67DFF3A4}"/>
          </ac:picMkLst>
        </pc:picChg>
        <pc:picChg chg="add mod">
          <ac:chgData name="Kim, Cat H" userId="7767e47b-0ad2-44cc-a770-f22a865ee24a" providerId="ADAL" clId="{53CD0745-1605-4E9B-88A7-1DB468AAE67A}" dt="2025-05-02T19:55:39.769" v="72" actId="1076"/>
          <ac:picMkLst>
            <pc:docMk/>
            <pc:sldMk cId="2338663397" sldId="260"/>
            <ac:picMk id="7" creationId="{BF25597E-4AEF-A43B-D774-77F937B1F388}"/>
          </ac:picMkLst>
        </pc:picChg>
        <pc:picChg chg="add mod">
          <ac:chgData name="Kim, Cat H" userId="7767e47b-0ad2-44cc-a770-f22a865ee24a" providerId="ADAL" clId="{53CD0745-1605-4E9B-88A7-1DB468AAE67A}" dt="2025-05-02T19:56:33.732" v="75" actId="1076"/>
          <ac:picMkLst>
            <pc:docMk/>
            <pc:sldMk cId="2338663397" sldId="260"/>
            <ac:picMk id="9" creationId="{BAEEACE5-0F9B-C6F5-409C-147961478388}"/>
          </ac:picMkLst>
        </pc:picChg>
      </pc:sldChg>
      <pc:sldChg chg="addSp delSp modSp new del mod">
        <pc:chgData name="Kim, Cat H" userId="7767e47b-0ad2-44cc-a770-f22a865ee24a" providerId="ADAL" clId="{53CD0745-1605-4E9B-88A7-1DB468AAE67A}" dt="2025-05-02T21:43:17.614" v="2356" actId="2696"/>
        <pc:sldMkLst>
          <pc:docMk/>
          <pc:sldMk cId="1856833059" sldId="261"/>
        </pc:sldMkLst>
        <pc:spChg chg="add del">
          <ac:chgData name="Kim, Cat H" userId="7767e47b-0ad2-44cc-a770-f22a865ee24a" providerId="ADAL" clId="{53CD0745-1605-4E9B-88A7-1DB468AAE67A}" dt="2025-05-02T19:56:55.355" v="82"/>
          <ac:spMkLst>
            <pc:docMk/>
            <pc:sldMk cId="1856833059" sldId="261"/>
            <ac:spMk id="3" creationId="{E830CAD5-B05A-40F2-134F-F6F0028F7C72}"/>
          </ac:spMkLst>
        </pc:spChg>
        <pc:picChg chg="add mod">
          <ac:chgData name="Kim, Cat H" userId="7767e47b-0ad2-44cc-a770-f22a865ee24a" providerId="ADAL" clId="{53CD0745-1605-4E9B-88A7-1DB468AAE67A}" dt="2025-05-02T19:56:50.511" v="81"/>
          <ac:picMkLst>
            <pc:docMk/>
            <pc:sldMk cId="1856833059" sldId="261"/>
            <ac:picMk id="5" creationId="{C6AB1EC0-FC8C-9DC8-D2DE-9FCC0B877DE1}"/>
          </ac:picMkLst>
        </pc:picChg>
        <pc:picChg chg="add mod">
          <ac:chgData name="Kim, Cat H" userId="7767e47b-0ad2-44cc-a770-f22a865ee24a" providerId="ADAL" clId="{53CD0745-1605-4E9B-88A7-1DB468AAE67A}" dt="2025-05-02T19:56:56.099" v="84" actId="962"/>
          <ac:picMkLst>
            <pc:docMk/>
            <pc:sldMk cId="1856833059" sldId="261"/>
            <ac:picMk id="7" creationId="{4344B7D6-641B-37FF-001D-60897B0BE56A}"/>
          </ac:picMkLst>
        </pc:picChg>
      </pc:sldChg>
      <pc:sldChg chg="addSp delSp modSp new del mod">
        <pc:chgData name="Kim, Cat H" userId="7767e47b-0ad2-44cc-a770-f22a865ee24a" providerId="ADAL" clId="{53CD0745-1605-4E9B-88A7-1DB468AAE67A}" dt="2025-05-03T06:35:11.739" v="5045" actId="47"/>
        <pc:sldMkLst>
          <pc:docMk/>
          <pc:sldMk cId="361450431" sldId="262"/>
        </pc:sldMkLst>
        <pc:spChg chg="mod">
          <ac:chgData name="Kim, Cat H" userId="7767e47b-0ad2-44cc-a770-f22a865ee24a" providerId="ADAL" clId="{53CD0745-1605-4E9B-88A7-1DB468AAE67A}" dt="2025-05-02T21:45:23.713" v="2427"/>
          <ac:spMkLst>
            <pc:docMk/>
            <pc:sldMk cId="361450431" sldId="262"/>
            <ac:spMk id="2" creationId="{18D5878F-5578-D85A-7FEA-522D3675137A}"/>
          </ac:spMkLst>
        </pc:spChg>
        <pc:spChg chg="add del mod">
          <ac:chgData name="Kim, Cat H" userId="7767e47b-0ad2-44cc-a770-f22a865ee24a" providerId="ADAL" clId="{53CD0745-1605-4E9B-88A7-1DB468AAE67A}" dt="2025-05-02T23:37:10.395" v="2981" actId="27636"/>
          <ac:spMkLst>
            <pc:docMk/>
            <pc:sldMk cId="361450431" sldId="262"/>
            <ac:spMk id="3" creationId="{91A9485C-9454-9002-4621-3045210A9B83}"/>
          </ac:spMkLst>
        </pc:spChg>
        <pc:spChg chg="add mod">
          <ac:chgData name="Kim, Cat H" userId="7767e47b-0ad2-44cc-a770-f22a865ee24a" providerId="ADAL" clId="{53CD0745-1605-4E9B-88A7-1DB468AAE67A}" dt="2025-05-02T21:45:39.206" v="2431"/>
          <ac:spMkLst>
            <pc:docMk/>
            <pc:sldMk cId="361450431" sldId="262"/>
            <ac:spMk id="4" creationId="{2089159A-74CF-08B1-F0C0-3A7DDD8DB830}"/>
          </ac:spMkLst>
        </pc:spChg>
      </pc:sldChg>
      <pc:sldChg chg="addSp delSp modSp new del mod">
        <pc:chgData name="Kim, Cat H" userId="7767e47b-0ad2-44cc-a770-f22a865ee24a" providerId="ADAL" clId="{53CD0745-1605-4E9B-88A7-1DB468AAE67A}" dt="2025-05-03T06:35:14.027" v="5046" actId="47"/>
        <pc:sldMkLst>
          <pc:docMk/>
          <pc:sldMk cId="3135486131" sldId="263"/>
        </pc:sldMkLst>
        <pc:spChg chg="mod">
          <ac:chgData name="Kim, Cat H" userId="7767e47b-0ad2-44cc-a770-f22a865ee24a" providerId="ADAL" clId="{53CD0745-1605-4E9B-88A7-1DB468AAE67A}" dt="2025-05-02T21:49:23.957" v="2483"/>
          <ac:spMkLst>
            <pc:docMk/>
            <pc:sldMk cId="3135486131" sldId="263"/>
            <ac:spMk id="2" creationId="{F17D30C8-3288-4FE7-A302-40E74AF72997}"/>
          </ac:spMkLst>
        </pc:spChg>
        <pc:spChg chg="del mod">
          <ac:chgData name="Kim, Cat H" userId="7767e47b-0ad2-44cc-a770-f22a865ee24a" providerId="ADAL" clId="{53CD0745-1605-4E9B-88A7-1DB468AAE67A}" dt="2025-05-02T20:03:14.954" v="106"/>
          <ac:spMkLst>
            <pc:docMk/>
            <pc:sldMk cId="3135486131" sldId="263"/>
            <ac:spMk id="3" creationId="{33F4D07C-803D-1CCD-6FD7-C02535171CFE}"/>
          </ac:spMkLst>
        </pc:spChg>
        <pc:picChg chg="add mod">
          <ac:chgData name="Kim, Cat H" userId="7767e47b-0ad2-44cc-a770-f22a865ee24a" providerId="ADAL" clId="{53CD0745-1605-4E9B-88A7-1DB468AAE67A}" dt="2025-05-02T21:48:10.658" v="2479" actId="14100"/>
          <ac:picMkLst>
            <pc:docMk/>
            <pc:sldMk cId="3135486131" sldId="263"/>
            <ac:picMk id="5" creationId="{57156E42-CEA6-830E-82DA-404005E906AF}"/>
          </ac:picMkLst>
        </pc:picChg>
      </pc:sldChg>
      <pc:sldChg chg="addSp delSp modSp new del mod">
        <pc:chgData name="Kim, Cat H" userId="7767e47b-0ad2-44cc-a770-f22a865ee24a" providerId="ADAL" clId="{53CD0745-1605-4E9B-88A7-1DB468AAE67A}" dt="2025-05-02T21:50:06.909" v="2486" actId="47"/>
        <pc:sldMkLst>
          <pc:docMk/>
          <pc:sldMk cId="1957568322" sldId="264"/>
        </pc:sldMkLst>
        <pc:spChg chg="del">
          <ac:chgData name="Kim, Cat H" userId="7767e47b-0ad2-44cc-a770-f22a865ee24a" providerId="ADAL" clId="{53CD0745-1605-4E9B-88A7-1DB468AAE67A}" dt="2025-05-02T20:03:30.622" v="110"/>
          <ac:spMkLst>
            <pc:docMk/>
            <pc:sldMk cId="1957568322" sldId="264"/>
            <ac:spMk id="3" creationId="{E2CE97D1-9DDD-4021-7C35-AF5FC466781C}"/>
          </ac:spMkLst>
        </pc:spChg>
        <pc:picChg chg="add mod">
          <ac:chgData name="Kim, Cat H" userId="7767e47b-0ad2-44cc-a770-f22a865ee24a" providerId="ADAL" clId="{53CD0745-1605-4E9B-88A7-1DB468AAE67A}" dt="2025-05-02T20:03:31.683" v="112" actId="962"/>
          <ac:picMkLst>
            <pc:docMk/>
            <pc:sldMk cId="1957568322" sldId="264"/>
            <ac:picMk id="5" creationId="{07EEC073-09D6-39C3-9BBD-A5790B57C9E1}"/>
          </ac:picMkLst>
        </pc:picChg>
      </pc:sldChg>
      <pc:sldChg chg="addSp delSp modSp new mod ord">
        <pc:chgData name="Kim, Cat H" userId="7767e47b-0ad2-44cc-a770-f22a865ee24a" providerId="ADAL" clId="{53CD0745-1605-4E9B-88A7-1DB468AAE67A}" dt="2025-05-03T08:36:53.172" v="6229" actId="14100"/>
        <pc:sldMkLst>
          <pc:docMk/>
          <pc:sldMk cId="368717126" sldId="265"/>
        </pc:sldMkLst>
        <pc:spChg chg="mod">
          <ac:chgData name="Kim, Cat H" userId="7767e47b-0ad2-44cc-a770-f22a865ee24a" providerId="ADAL" clId="{53CD0745-1605-4E9B-88A7-1DB468AAE67A}" dt="2025-05-03T08:35:29.253" v="6203" actId="20577"/>
          <ac:spMkLst>
            <pc:docMk/>
            <pc:sldMk cId="368717126" sldId="265"/>
            <ac:spMk id="2" creationId="{EFDCDAAE-B765-673A-3A41-E440F9829F6E}"/>
          </ac:spMkLst>
        </pc:spChg>
        <pc:spChg chg="add del">
          <ac:chgData name="Kim, Cat H" userId="7767e47b-0ad2-44cc-a770-f22a865ee24a" providerId="ADAL" clId="{53CD0745-1605-4E9B-88A7-1DB468AAE67A}" dt="2025-05-02T20:03:49.377" v="121"/>
          <ac:spMkLst>
            <pc:docMk/>
            <pc:sldMk cId="368717126" sldId="265"/>
            <ac:spMk id="3" creationId="{A6E1A97B-32F0-7963-2F30-98FA85A6A2D4}"/>
          </ac:spMkLst>
        </pc:spChg>
        <pc:spChg chg="add del mod">
          <ac:chgData name="Kim, Cat H" userId="7767e47b-0ad2-44cc-a770-f22a865ee24a" providerId="ADAL" clId="{53CD0745-1605-4E9B-88A7-1DB468AAE67A}" dt="2025-05-03T08:32:39.239" v="6080"/>
          <ac:spMkLst>
            <pc:docMk/>
            <pc:sldMk cId="368717126" sldId="265"/>
            <ac:spMk id="11" creationId="{49719834-A28A-5C0C-3193-D9B92EF7761C}"/>
          </ac:spMkLst>
        </pc:spChg>
        <pc:spChg chg="add mod">
          <ac:chgData name="Kim, Cat H" userId="7767e47b-0ad2-44cc-a770-f22a865ee24a" providerId="ADAL" clId="{53CD0745-1605-4E9B-88A7-1DB468AAE67A}" dt="2025-05-03T08:36:24.864" v="6224" actId="1076"/>
          <ac:spMkLst>
            <pc:docMk/>
            <pc:sldMk cId="368717126" sldId="265"/>
            <ac:spMk id="12" creationId="{45F454CA-8E43-F8A7-3A46-2531F202895A}"/>
          </ac:spMkLst>
        </pc:spChg>
        <pc:spChg chg="add mod">
          <ac:chgData name="Kim, Cat H" userId="7767e47b-0ad2-44cc-a770-f22a865ee24a" providerId="ADAL" clId="{53CD0745-1605-4E9B-88A7-1DB468AAE67A}" dt="2025-05-03T08:34:28.138" v="6189" actId="114"/>
          <ac:spMkLst>
            <pc:docMk/>
            <pc:sldMk cId="368717126" sldId="265"/>
            <ac:spMk id="13" creationId="{74FD6E49-829B-11B9-E640-2C2692B0115A}"/>
          </ac:spMkLst>
        </pc:spChg>
        <pc:spChg chg="add del mod">
          <ac:chgData name="Kim, Cat H" userId="7767e47b-0ad2-44cc-a770-f22a865ee24a" providerId="ADAL" clId="{53CD0745-1605-4E9B-88A7-1DB468AAE67A}" dt="2025-05-03T08:34:54.496" v="6192" actId="478"/>
          <ac:spMkLst>
            <pc:docMk/>
            <pc:sldMk cId="368717126" sldId="265"/>
            <ac:spMk id="14" creationId="{AEC6E783-E81E-C18A-7517-49D8F71AC698}"/>
          </ac:spMkLst>
        </pc:spChg>
        <pc:spChg chg="add mod">
          <ac:chgData name="Kim, Cat H" userId="7767e47b-0ad2-44cc-a770-f22a865ee24a" providerId="ADAL" clId="{53CD0745-1605-4E9B-88A7-1DB468AAE67A}" dt="2025-05-03T08:36:53.172" v="6229" actId="14100"/>
          <ac:spMkLst>
            <pc:docMk/>
            <pc:sldMk cId="368717126" sldId="265"/>
            <ac:spMk id="15" creationId="{9560D4C7-CEC5-1DF5-BAC8-7B001A181489}"/>
          </ac:spMkLst>
        </pc:spChg>
        <pc:picChg chg="add del">
          <ac:chgData name="Kim, Cat H" userId="7767e47b-0ad2-44cc-a770-f22a865ee24a" providerId="ADAL" clId="{53CD0745-1605-4E9B-88A7-1DB468AAE67A}" dt="2025-05-03T08:21:58.144" v="5865" actId="22"/>
          <ac:picMkLst>
            <pc:docMk/>
            <pc:sldMk cId="368717126" sldId="265"/>
            <ac:picMk id="4" creationId="{3D82CC32-0113-7E16-74CD-744C140A1F09}"/>
          </ac:picMkLst>
        </pc:picChg>
        <pc:picChg chg="add mod">
          <ac:chgData name="Kim, Cat H" userId="7767e47b-0ad2-44cc-a770-f22a865ee24a" providerId="ADAL" clId="{53CD0745-1605-4E9B-88A7-1DB468AAE67A}" dt="2025-05-02T20:03:39.961" v="118"/>
          <ac:picMkLst>
            <pc:docMk/>
            <pc:sldMk cId="368717126" sldId="265"/>
            <ac:picMk id="5" creationId="{EB3BD951-BD72-56C8-786A-BFB6DB24D289}"/>
          </ac:picMkLst>
        </pc:picChg>
        <pc:picChg chg="add del mod ord">
          <ac:chgData name="Kim, Cat H" userId="7767e47b-0ad2-44cc-a770-f22a865ee24a" providerId="ADAL" clId="{53CD0745-1605-4E9B-88A7-1DB468AAE67A}" dt="2025-05-03T08:22:09.596" v="5871" actId="22"/>
          <ac:picMkLst>
            <pc:docMk/>
            <pc:sldMk cId="368717126" sldId="265"/>
            <ac:picMk id="6" creationId="{AF51D5D5-63FA-1315-E158-990C739CAAFD}"/>
          </ac:picMkLst>
        </pc:picChg>
        <pc:picChg chg="add mod">
          <ac:chgData name="Kim, Cat H" userId="7767e47b-0ad2-44cc-a770-f22a865ee24a" providerId="ADAL" clId="{53CD0745-1605-4E9B-88A7-1DB468AAE67A}" dt="2025-05-02T20:03:43.463" v="120"/>
          <ac:picMkLst>
            <pc:docMk/>
            <pc:sldMk cId="368717126" sldId="265"/>
            <ac:picMk id="7" creationId="{E36B9E56-C30A-CE5C-F35C-F16629EA3EFE}"/>
          </ac:picMkLst>
        </pc:picChg>
        <pc:picChg chg="add del mod ord">
          <ac:chgData name="Kim, Cat H" userId="7767e47b-0ad2-44cc-a770-f22a865ee24a" providerId="ADAL" clId="{53CD0745-1605-4E9B-88A7-1DB468AAE67A}" dt="2025-05-03T08:22:10.788" v="5873" actId="22"/>
          <ac:picMkLst>
            <pc:docMk/>
            <pc:sldMk cId="368717126" sldId="265"/>
            <ac:picMk id="8" creationId="{9646612A-A6F9-15FE-0204-FEB8BF90DC23}"/>
          </ac:picMkLst>
        </pc:picChg>
        <pc:picChg chg="add del mod">
          <ac:chgData name="Kim, Cat H" userId="7767e47b-0ad2-44cc-a770-f22a865ee24a" providerId="ADAL" clId="{53CD0745-1605-4E9B-88A7-1DB468AAE67A}" dt="2025-05-02T21:51:02.787" v="2499" actId="21"/>
          <ac:picMkLst>
            <pc:docMk/>
            <pc:sldMk cId="368717126" sldId="265"/>
            <ac:picMk id="9" creationId="{F729DC49-0679-1AAA-F11E-F3A19F1F411C}"/>
          </ac:picMkLst>
        </pc:picChg>
        <pc:picChg chg="add mod">
          <ac:chgData name="Kim, Cat H" userId="7767e47b-0ad2-44cc-a770-f22a865ee24a" providerId="ADAL" clId="{53CD0745-1605-4E9B-88A7-1DB468AAE67A}" dt="2025-05-03T08:34:21.475" v="6186" actId="1076"/>
          <ac:picMkLst>
            <pc:docMk/>
            <pc:sldMk cId="368717126" sldId="265"/>
            <ac:picMk id="10" creationId="{34C7BC07-57B7-57D7-2410-6B2A34A9CDFC}"/>
          </ac:picMkLst>
        </pc:picChg>
        <pc:picChg chg="add del mod ord">
          <ac:chgData name="Kim, Cat H" userId="7767e47b-0ad2-44cc-a770-f22a865ee24a" providerId="ADAL" clId="{53CD0745-1605-4E9B-88A7-1DB468AAE67A}" dt="2025-05-02T21:53:17.770" v="2536" actId="22"/>
          <ac:picMkLst>
            <pc:docMk/>
            <pc:sldMk cId="368717126" sldId="265"/>
            <ac:picMk id="13" creationId="{217A8E22-7912-784E-B51A-C1F9F66C4022}"/>
          </ac:picMkLst>
        </pc:picChg>
        <pc:picChg chg="add del mod ord">
          <ac:chgData name="Kim, Cat H" userId="7767e47b-0ad2-44cc-a770-f22a865ee24a" providerId="ADAL" clId="{53CD0745-1605-4E9B-88A7-1DB468AAE67A}" dt="2025-05-02T21:53:20.027" v="2538" actId="22"/>
          <ac:picMkLst>
            <pc:docMk/>
            <pc:sldMk cId="368717126" sldId="265"/>
            <ac:picMk id="15" creationId="{805CE31D-8304-23A5-6318-136E92808FFB}"/>
          </ac:picMkLst>
        </pc:picChg>
        <pc:picChg chg="add del">
          <ac:chgData name="Kim, Cat H" userId="7767e47b-0ad2-44cc-a770-f22a865ee24a" providerId="ADAL" clId="{53CD0745-1605-4E9B-88A7-1DB468AAE67A}" dt="2025-05-03T08:21:56.757" v="5863" actId="478"/>
          <ac:picMkLst>
            <pc:docMk/>
            <pc:sldMk cId="368717126" sldId="265"/>
            <ac:picMk id="17" creationId="{5ED9FD78-FDEF-3700-9BBC-0FAD0251296A}"/>
          </ac:picMkLst>
        </pc:picChg>
      </pc:sldChg>
      <pc:sldChg chg="addSp delSp modSp new del mod">
        <pc:chgData name="Kim, Cat H" userId="7767e47b-0ad2-44cc-a770-f22a865ee24a" providerId="ADAL" clId="{53CD0745-1605-4E9B-88A7-1DB468AAE67A}" dt="2025-05-03T06:55:01.136" v="5377" actId="47"/>
        <pc:sldMkLst>
          <pc:docMk/>
          <pc:sldMk cId="138124020" sldId="266"/>
        </pc:sldMkLst>
        <pc:spChg chg="del">
          <ac:chgData name="Kim, Cat H" userId="7767e47b-0ad2-44cc-a770-f22a865ee24a" providerId="ADAL" clId="{53CD0745-1605-4E9B-88A7-1DB468AAE67A}" dt="2025-05-02T20:04:14.144" v="125" actId="22"/>
          <ac:spMkLst>
            <pc:docMk/>
            <pc:sldMk cId="138124020" sldId="266"/>
            <ac:spMk id="3" creationId="{D655F371-A55F-5C3F-94FA-234CE5D417C0}"/>
          </ac:spMkLst>
        </pc:spChg>
        <pc:picChg chg="add mod ord">
          <ac:chgData name="Kim, Cat H" userId="7767e47b-0ad2-44cc-a770-f22a865ee24a" providerId="ADAL" clId="{53CD0745-1605-4E9B-88A7-1DB468AAE67A}" dt="2025-05-02T20:04:14.144" v="125" actId="22"/>
          <ac:picMkLst>
            <pc:docMk/>
            <pc:sldMk cId="138124020" sldId="266"/>
            <ac:picMk id="5" creationId="{96A92E03-8AC8-0719-5722-BB02158301FA}"/>
          </ac:picMkLst>
        </pc:picChg>
      </pc:sldChg>
      <pc:sldChg chg="addSp delSp modSp new del mod ord">
        <pc:chgData name="Kim, Cat H" userId="7767e47b-0ad2-44cc-a770-f22a865ee24a" providerId="ADAL" clId="{53CD0745-1605-4E9B-88A7-1DB468AAE67A}" dt="2025-05-03T06:35:09.027" v="5044" actId="47"/>
        <pc:sldMkLst>
          <pc:docMk/>
          <pc:sldMk cId="278501367" sldId="267"/>
        </pc:sldMkLst>
        <pc:spChg chg="mod">
          <ac:chgData name="Kim, Cat H" userId="7767e47b-0ad2-44cc-a770-f22a865ee24a" providerId="ADAL" clId="{53CD0745-1605-4E9B-88A7-1DB468AAE67A}" dt="2025-05-02T23:08:54.495" v="2825" actId="20577"/>
          <ac:spMkLst>
            <pc:docMk/>
            <pc:sldMk cId="278501367" sldId="267"/>
            <ac:spMk id="2" creationId="{4963DF83-703F-FB6D-139A-A70D3A1392EC}"/>
          </ac:spMkLst>
        </pc:spChg>
        <pc:spChg chg="add del mod">
          <ac:chgData name="Kim, Cat H" userId="7767e47b-0ad2-44cc-a770-f22a865ee24a" providerId="ADAL" clId="{53CD0745-1605-4E9B-88A7-1DB468AAE67A}" dt="2025-05-02T23:15:03.319" v="2979" actId="403"/>
          <ac:spMkLst>
            <pc:docMk/>
            <pc:sldMk cId="278501367" sldId="267"/>
            <ac:spMk id="3" creationId="{6D4FEFF5-07F6-8520-A0A9-CB9FEA813D37}"/>
          </ac:spMkLst>
        </pc:spChg>
        <pc:spChg chg="add mod">
          <ac:chgData name="Kim, Cat H" userId="7767e47b-0ad2-44cc-a770-f22a865ee24a" providerId="ADAL" clId="{53CD0745-1605-4E9B-88A7-1DB468AAE67A}" dt="2025-05-02T21:44:38.431" v="2411"/>
          <ac:spMkLst>
            <pc:docMk/>
            <pc:sldMk cId="278501367" sldId="267"/>
            <ac:spMk id="4" creationId="{67099888-93D7-C499-183D-E86E58BB0CA8}"/>
          </ac:spMkLst>
        </pc:spChg>
        <pc:grpChg chg="add mod">
          <ac:chgData name="Kim, Cat H" userId="7767e47b-0ad2-44cc-a770-f22a865ee24a" providerId="ADAL" clId="{53CD0745-1605-4E9B-88A7-1DB468AAE67A}" dt="2025-05-02T23:14:02.150" v="2952" actId="164"/>
          <ac:grpSpMkLst>
            <pc:docMk/>
            <pc:sldMk cId="278501367" sldId="267"/>
            <ac:grpSpMk id="14" creationId="{691A8004-C518-9179-9358-71870E9B581E}"/>
          </ac:grpSpMkLst>
        </pc:grpChg>
        <pc:grpChg chg="add mod">
          <ac:chgData name="Kim, Cat H" userId="7767e47b-0ad2-44cc-a770-f22a865ee24a" providerId="ADAL" clId="{53CD0745-1605-4E9B-88A7-1DB468AAE67A}" dt="2025-05-02T23:14:11.509" v="2955" actId="14100"/>
          <ac:grpSpMkLst>
            <pc:docMk/>
            <pc:sldMk cId="278501367" sldId="267"/>
            <ac:grpSpMk id="15" creationId="{956A2EC6-EE43-3E9D-3114-8EFC26E42F82}"/>
          </ac:grpSpMkLst>
        </pc:grpChg>
        <pc:picChg chg="add del mod">
          <ac:chgData name="Kim, Cat H" userId="7767e47b-0ad2-44cc-a770-f22a865ee24a" providerId="ADAL" clId="{53CD0745-1605-4E9B-88A7-1DB468AAE67A}" dt="2025-05-02T23:10:50.690" v="2915" actId="478"/>
          <ac:picMkLst>
            <pc:docMk/>
            <pc:sldMk cId="278501367" sldId="267"/>
            <ac:picMk id="6" creationId="{390B5934-7D6F-B772-E79E-3B4DB567D885}"/>
          </ac:picMkLst>
        </pc:picChg>
        <pc:picChg chg="add mod">
          <ac:chgData name="Kim, Cat H" userId="7767e47b-0ad2-44cc-a770-f22a865ee24a" providerId="ADAL" clId="{53CD0745-1605-4E9B-88A7-1DB468AAE67A}" dt="2025-05-02T23:14:02.150" v="2952" actId="164"/>
          <ac:picMkLst>
            <pc:docMk/>
            <pc:sldMk cId="278501367" sldId="267"/>
            <ac:picMk id="8" creationId="{24FFE09E-4113-6EF0-6452-9AB4F48A7C97}"/>
          </ac:picMkLst>
        </pc:picChg>
        <pc:picChg chg="add del mod">
          <ac:chgData name="Kim, Cat H" userId="7767e47b-0ad2-44cc-a770-f22a865ee24a" providerId="ADAL" clId="{53CD0745-1605-4E9B-88A7-1DB468AAE67A}" dt="2025-05-02T23:12:58.826" v="2934" actId="478"/>
          <ac:picMkLst>
            <pc:docMk/>
            <pc:sldMk cId="278501367" sldId="267"/>
            <ac:picMk id="10" creationId="{0A792867-4C4D-D6A9-C636-637F0677A218}"/>
          </ac:picMkLst>
        </pc:picChg>
        <pc:picChg chg="add mod modCrop">
          <ac:chgData name="Kim, Cat H" userId="7767e47b-0ad2-44cc-a770-f22a865ee24a" providerId="ADAL" clId="{53CD0745-1605-4E9B-88A7-1DB468AAE67A}" dt="2025-05-02T23:13:56.421" v="2949" actId="164"/>
          <ac:picMkLst>
            <pc:docMk/>
            <pc:sldMk cId="278501367" sldId="267"/>
            <ac:picMk id="12" creationId="{FBB244F6-1969-9AEB-3789-CBC7901DEF7D}"/>
          </ac:picMkLst>
        </pc:picChg>
        <pc:picChg chg="add mod modCrop">
          <ac:chgData name="Kim, Cat H" userId="7767e47b-0ad2-44cc-a770-f22a865ee24a" providerId="ADAL" clId="{53CD0745-1605-4E9B-88A7-1DB468AAE67A}" dt="2025-05-02T23:13:56.421" v="2949" actId="164"/>
          <ac:picMkLst>
            <pc:docMk/>
            <pc:sldMk cId="278501367" sldId="267"/>
            <ac:picMk id="13" creationId="{7A2D1349-7373-7232-22F8-A4F35F11AF5D}"/>
          </ac:picMkLst>
        </pc:picChg>
      </pc:sldChg>
      <pc:sldChg chg="addSp delSp modSp add mod modNotesTx">
        <pc:chgData name="Kim, Cat H" userId="7767e47b-0ad2-44cc-a770-f22a865ee24a" providerId="ADAL" clId="{53CD0745-1605-4E9B-88A7-1DB468AAE67A}" dt="2025-05-03T08:02:50.096" v="5539" actId="14100"/>
        <pc:sldMkLst>
          <pc:docMk/>
          <pc:sldMk cId="1075143098" sldId="268"/>
        </pc:sldMkLst>
        <pc:spChg chg="mod">
          <ac:chgData name="Kim, Cat H" userId="7767e47b-0ad2-44cc-a770-f22a865ee24a" providerId="ADAL" clId="{53CD0745-1605-4E9B-88A7-1DB468AAE67A}" dt="2025-05-02T21:27:17.609" v="1783" actId="20577"/>
          <ac:spMkLst>
            <pc:docMk/>
            <pc:sldMk cId="1075143098" sldId="268"/>
            <ac:spMk id="2" creationId="{78FB529F-7CA3-E572-E21D-947D945EA5A2}"/>
          </ac:spMkLst>
        </pc:spChg>
        <pc:spChg chg="mod">
          <ac:chgData name="Kim, Cat H" userId="7767e47b-0ad2-44cc-a770-f22a865ee24a" providerId="ADAL" clId="{53CD0745-1605-4E9B-88A7-1DB468AAE67A}" dt="2025-05-02T22:24:29.850" v="2584" actId="20577"/>
          <ac:spMkLst>
            <pc:docMk/>
            <pc:sldMk cId="1075143098" sldId="268"/>
            <ac:spMk id="3" creationId="{67A852A5-4A14-5F25-A5BA-4B536CA05BE4}"/>
          </ac:spMkLst>
        </pc:spChg>
        <pc:spChg chg="add mod">
          <ac:chgData name="Kim, Cat H" userId="7767e47b-0ad2-44cc-a770-f22a865ee24a" providerId="ADAL" clId="{53CD0745-1605-4E9B-88A7-1DB468AAE67A}" dt="2025-05-02T21:14:56.893" v="1422"/>
          <ac:spMkLst>
            <pc:docMk/>
            <pc:sldMk cId="1075143098" sldId="268"/>
            <ac:spMk id="4" creationId="{B7CAD4C8-DA21-4E99-0F63-0926F9FCC18B}"/>
          </ac:spMkLst>
        </pc:spChg>
        <pc:spChg chg="del">
          <ac:chgData name="Kim, Cat H" userId="7767e47b-0ad2-44cc-a770-f22a865ee24a" providerId="ADAL" clId="{53CD0745-1605-4E9B-88A7-1DB468AAE67A}" dt="2025-05-02T21:14:58.792" v="1423" actId="478"/>
          <ac:spMkLst>
            <pc:docMk/>
            <pc:sldMk cId="1075143098" sldId="268"/>
            <ac:spMk id="5" creationId="{02188F4A-B973-C9FA-ACF6-41E39C14BE28}"/>
          </ac:spMkLst>
        </pc:spChg>
        <pc:spChg chg="del">
          <ac:chgData name="Kim, Cat H" userId="7767e47b-0ad2-44cc-a770-f22a865ee24a" providerId="ADAL" clId="{53CD0745-1605-4E9B-88A7-1DB468AAE67A}" dt="2025-05-02T21:14:53.912" v="1420" actId="478"/>
          <ac:spMkLst>
            <pc:docMk/>
            <pc:sldMk cId="1075143098" sldId="268"/>
            <ac:spMk id="10" creationId="{079BC6C9-9CED-7D0B-863F-762C708EE183}"/>
          </ac:spMkLst>
        </pc:spChg>
        <pc:spChg chg="add">
          <ac:chgData name="Kim, Cat H" userId="7767e47b-0ad2-44cc-a770-f22a865ee24a" providerId="ADAL" clId="{53CD0745-1605-4E9B-88A7-1DB468AAE67A}" dt="2025-05-02T21:31:16.415" v="1952"/>
          <ac:spMkLst>
            <pc:docMk/>
            <pc:sldMk cId="1075143098" sldId="268"/>
            <ac:spMk id="14" creationId="{EAADB5C9-7DF9-DDFF-CA28-161EFB7AD99C}"/>
          </ac:spMkLst>
        </pc:spChg>
        <pc:spChg chg="add del mod">
          <ac:chgData name="Kim, Cat H" userId="7767e47b-0ad2-44cc-a770-f22a865ee24a" providerId="ADAL" clId="{53CD0745-1605-4E9B-88A7-1DB468AAE67A}" dt="2025-05-03T04:05:30.770" v="3007" actId="478"/>
          <ac:spMkLst>
            <pc:docMk/>
            <pc:sldMk cId="1075143098" sldId="268"/>
            <ac:spMk id="15" creationId="{523EE4AC-27CF-5F22-F63E-1E9DFA34E539}"/>
          </ac:spMkLst>
        </pc:spChg>
        <pc:spChg chg="add del">
          <ac:chgData name="Kim, Cat H" userId="7767e47b-0ad2-44cc-a770-f22a865ee24a" providerId="ADAL" clId="{53CD0745-1605-4E9B-88A7-1DB468AAE67A}" dt="2025-05-03T08:02:41.386" v="5535" actId="478"/>
          <ac:spMkLst>
            <pc:docMk/>
            <pc:sldMk cId="1075143098" sldId="268"/>
            <ac:spMk id="22" creationId="{AE1486A4-6DA4-2F43-6760-88B580CB1ACE}"/>
          </ac:spMkLst>
        </pc:spChg>
        <pc:spChg chg="add mod">
          <ac:chgData name="Kim, Cat H" userId="7767e47b-0ad2-44cc-a770-f22a865ee24a" providerId="ADAL" clId="{53CD0745-1605-4E9B-88A7-1DB468AAE67A}" dt="2025-05-03T08:02:50.096" v="5539" actId="14100"/>
          <ac:spMkLst>
            <pc:docMk/>
            <pc:sldMk cId="1075143098" sldId="268"/>
            <ac:spMk id="23" creationId="{460C6F4F-6C9C-046B-9F4E-AB21E456FAC7}"/>
          </ac:spMkLst>
        </pc:spChg>
        <pc:spChg chg="add del mod">
          <ac:chgData name="Kim, Cat H" userId="7767e47b-0ad2-44cc-a770-f22a865ee24a" providerId="ADAL" clId="{53CD0745-1605-4E9B-88A7-1DB468AAE67A}" dt="2025-05-03T08:02:40.665" v="5534" actId="478"/>
          <ac:spMkLst>
            <pc:docMk/>
            <pc:sldMk cId="1075143098" sldId="268"/>
            <ac:spMk id="24" creationId="{17D9A4BC-71D8-5F43-D86D-B3FCC746F4FC}"/>
          </ac:spMkLst>
        </pc:spChg>
        <pc:graphicFrameChg chg="del">
          <ac:chgData name="Kim, Cat H" userId="7767e47b-0ad2-44cc-a770-f22a865ee24a" providerId="ADAL" clId="{53CD0745-1605-4E9B-88A7-1DB468AAE67A}" dt="2025-05-02T21:14:52.848" v="1419" actId="478"/>
          <ac:graphicFrameMkLst>
            <pc:docMk/>
            <pc:sldMk cId="1075143098" sldId="268"/>
            <ac:graphicFrameMk id="8" creationId="{C9DFC1CE-ACA7-8765-960A-767DC4F37D4B}"/>
          </ac:graphicFrameMkLst>
        </pc:graphicFrameChg>
        <pc:picChg chg="add del mod">
          <ac:chgData name="Kim, Cat H" userId="7767e47b-0ad2-44cc-a770-f22a865ee24a" providerId="ADAL" clId="{53CD0745-1605-4E9B-88A7-1DB468AAE67A}" dt="2025-05-02T21:15:33.974" v="1430" actId="21"/>
          <ac:picMkLst>
            <pc:docMk/>
            <pc:sldMk cId="1075143098" sldId="268"/>
            <ac:picMk id="7" creationId="{6B0453C4-2C4E-9424-2AB2-2F48CF313AB9}"/>
          </ac:picMkLst>
        </pc:picChg>
        <pc:picChg chg="add del mod">
          <ac:chgData name="Kim, Cat H" userId="7767e47b-0ad2-44cc-a770-f22a865ee24a" providerId="ADAL" clId="{53CD0745-1605-4E9B-88A7-1DB468AAE67A}" dt="2025-05-02T22:24:05.574" v="2541" actId="478"/>
          <ac:picMkLst>
            <pc:docMk/>
            <pc:sldMk cId="1075143098" sldId="268"/>
            <ac:picMk id="11" creationId="{D577CE4D-80B3-62BB-3E06-51B18DE584B2}"/>
          </ac:picMkLst>
        </pc:picChg>
        <pc:picChg chg="add del mod">
          <ac:chgData name="Kim, Cat H" userId="7767e47b-0ad2-44cc-a770-f22a865ee24a" providerId="ADAL" clId="{53CD0745-1605-4E9B-88A7-1DB468AAE67A}" dt="2025-05-03T04:08:02.346" v="3032" actId="478"/>
          <ac:picMkLst>
            <pc:docMk/>
            <pc:sldMk cId="1075143098" sldId="268"/>
            <ac:picMk id="13" creationId="{0C71448D-C552-B120-DA7B-BAB495DE9315}"/>
          </ac:picMkLst>
        </pc:picChg>
        <pc:picChg chg="add del mod">
          <ac:chgData name="Kim, Cat H" userId="7767e47b-0ad2-44cc-a770-f22a865ee24a" providerId="ADAL" clId="{53CD0745-1605-4E9B-88A7-1DB468AAE67A}" dt="2025-05-02T23:06:52.714" v="2806" actId="478"/>
          <ac:picMkLst>
            <pc:docMk/>
            <pc:sldMk cId="1075143098" sldId="268"/>
            <ac:picMk id="17" creationId="{3A40D7E4-AEB2-C432-C6E7-010CA91AD29B}"/>
          </ac:picMkLst>
        </pc:picChg>
        <pc:picChg chg="add del mod">
          <ac:chgData name="Kim, Cat H" userId="7767e47b-0ad2-44cc-a770-f22a865ee24a" providerId="ADAL" clId="{53CD0745-1605-4E9B-88A7-1DB468AAE67A}" dt="2025-05-03T08:02:42.523" v="5536" actId="478"/>
          <ac:picMkLst>
            <pc:docMk/>
            <pc:sldMk cId="1075143098" sldId="268"/>
            <ac:picMk id="19" creationId="{F44DB04C-9E22-0257-A3D4-EAD61F61AB55}"/>
          </ac:picMkLst>
        </pc:picChg>
        <pc:picChg chg="add del mod">
          <ac:chgData name="Kim, Cat H" userId="7767e47b-0ad2-44cc-a770-f22a865ee24a" providerId="ADAL" clId="{53CD0745-1605-4E9B-88A7-1DB468AAE67A}" dt="2025-05-03T08:02:40.081" v="5533" actId="478"/>
          <ac:picMkLst>
            <pc:docMk/>
            <pc:sldMk cId="1075143098" sldId="268"/>
            <ac:picMk id="21" creationId="{B442A423-9163-E811-BE52-EAFE73C58920}"/>
          </ac:picMkLst>
        </pc:picChg>
        <pc:picChg chg="add mod modCrop">
          <ac:chgData name="Kim, Cat H" userId="7767e47b-0ad2-44cc-a770-f22a865ee24a" providerId="ADAL" clId="{53CD0745-1605-4E9B-88A7-1DB468AAE67A}" dt="2025-05-03T08:02:45.680" v="5537" actId="1076"/>
          <ac:picMkLst>
            <pc:docMk/>
            <pc:sldMk cId="1075143098" sldId="268"/>
            <ac:picMk id="26" creationId="{D32E8912-0EF7-1D54-B9DC-CE64364A2944}"/>
          </ac:picMkLst>
        </pc:picChg>
        <pc:picChg chg="add del mod">
          <ac:chgData name="Kim, Cat H" userId="7767e47b-0ad2-44cc-a770-f22a865ee24a" providerId="ADAL" clId="{53CD0745-1605-4E9B-88A7-1DB468AAE67A}" dt="2025-05-03T04:05:30.027" v="3006" actId="478"/>
          <ac:picMkLst>
            <pc:docMk/>
            <pc:sldMk cId="1075143098" sldId="268"/>
            <ac:picMk id="2050" creationId="{23151BAA-58CD-9327-AECA-05F6C02ECC25}"/>
          </ac:picMkLst>
        </pc:picChg>
      </pc:sldChg>
      <pc:sldChg chg="add del">
        <pc:chgData name="Kim, Cat H" userId="7767e47b-0ad2-44cc-a770-f22a865ee24a" providerId="ADAL" clId="{53CD0745-1605-4E9B-88A7-1DB468AAE67A}" dt="2025-05-02T21:13:39.209" v="1404" actId="2890"/>
        <pc:sldMkLst>
          <pc:docMk/>
          <pc:sldMk cId="1888446031" sldId="268"/>
        </pc:sldMkLst>
      </pc:sldChg>
      <pc:sldChg chg="addSp delSp modSp add mod">
        <pc:chgData name="Kim, Cat H" userId="7767e47b-0ad2-44cc-a770-f22a865ee24a" providerId="ADAL" clId="{53CD0745-1605-4E9B-88A7-1DB468AAE67A}" dt="2025-05-02T22:58:22.287" v="2656" actId="1076"/>
        <pc:sldMkLst>
          <pc:docMk/>
          <pc:sldMk cId="854424823" sldId="269"/>
        </pc:sldMkLst>
        <pc:spChg chg="mod">
          <ac:chgData name="Kim, Cat H" userId="7767e47b-0ad2-44cc-a770-f22a865ee24a" providerId="ADAL" clId="{53CD0745-1605-4E9B-88A7-1DB468AAE67A}" dt="2025-05-02T21:27:01.408" v="1754" actId="20577"/>
          <ac:spMkLst>
            <pc:docMk/>
            <pc:sldMk cId="854424823" sldId="269"/>
            <ac:spMk id="3" creationId="{85481FE7-BAC8-7D71-A11A-BA46BB888ED4}"/>
          </ac:spMkLst>
        </pc:spChg>
        <pc:spChg chg="del">
          <ac:chgData name="Kim, Cat H" userId="7767e47b-0ad2-44cc-a770-f22a865ee24a" providerId="ADAL" clId="{53CD0745-1605-4E9B-88A7-1DB468AAE67A}" dt="2025-05-02T22:56:41.091" v="2647" actId="478"/>
          <ac:spMkLst>
            <pc:docMk/>
            <pc:sldMk cId="854424823" sldId="269"/>
            <ac:spMk id="5" creationId="{109F5B1B-374B-FCD2-3CA1-64410294F14C}"/>
          </ac:spMkLst>
        </pc:spChg>
        <pc:spChg chg="add">
          <ac:chgData name="Kim, Cat H" userId="7767e47b-0ad2-44cc-a770-f22a865ee24a" providerId="ADAL" clId="{53CD0745-1605-4E9B-88A7-1DB468AAE67A}" dt="2025-05-02T22:57:42.318" v="2649"/>
          <ac:spMkLst>
            <pc:docMk/>
            <pc:sldMk cId="854424823" sldId="269"/>
            <ac:spMk id="7" creationId="{55C066CC-E026-8E93-EA95-9F035E59136C}"/>
          </ac:spMkLst>
        </pc:spChg>
        <pc:spChg chg="add">
          <ac:chgData name="Kim, Cat H" userId="7767e47b-0ad2-44cc-a770-f22a865ee24a" providerId="ADAL" clId="{53CD0745-1605-4E9B-88A7-1DB468AAE67A}" dt="2025-05-02T22:57:53.064" v="2650"/>
          <ac:spMkLst>
            <pc:docMk/>
            <pc:sldMk cId="854424823" sldId="269"/>
            <ac:spMk id="9" creationId="{CC61D515-2E38-75BE-4C66-7AD7B69E556C}"/>
          </ac:spMkLst>
        </pc:spChg>
        <pc:spChg chg="del">
          <ac:chgData name="Kim, Cat H" userId="7767e47b-0ad2-44cc-a770-f22a865ee24a" providerId="ADAL" clId="{53CD0745-1605-4E9B-88A7-1DB468AAE67A}" dt="2025-05-02T21:25:30.555" v="1566" actId="478"/>
          <ac:spMkLst>
            <pc:docMk/>
            <pc:sldMk cId="854424823" sldId="269"/>
            <ac:spMk id="10" creationId="{B0DBF84F-55D9-46AD-AC4C-953CBD08200B}"/>
          </ac:spMkLst>
        </pc:spChg>
        <pc:graphicFrameChg chg="del">
          <ac:chgData name="Kim, Cat H" userId="7767e47b-0ad2-44cc-a770-f22a865ee24a" providerId="ADAL" clId="{53CD0745-1605-4E9B-88A7-1DB468AAE67A}" dt="2025-05-02T21:25:32.536" v="1567" actId="478"/>
          <ac:graphicFrameMkLst>
            <pc:docMk/>
            <pc:sldMk cId="854424823" sldId="269"/>
            <ac:graphicFrameMk id="8" creationId="{1A4F471E-FF1E-1DC6-BC0B-ED39B7566F58}"/>
          </ac:graphicFrameMkLst>
        </pc:graphicFrameChg>
        <pc:picChg chg="add del mod">
          <ac:chgData name="Kim, Cat H" userId="7767e47b-0ad2-44cc-a770-f22a865ee24a" providerId="ADAL" clId="{53CD0745-1605-4E9B-88A7-1DB468AAE67A}" dt="2025-05-02T22:57:42.091" v="2648" actId="478"/>
          <ac:picMkLst>
            <pc:docMk/>
            <pc:sldMk cId="854424823" sldId="269"/>
            <ac:picMk id="6" creationId="{2B8D3C62-7921-BA23-B12D-2B6D04B8D1D9}"/>
          </ac:picMkLst>
        </pc:picChg>
        <pc:picChg chg="add mod">
          <ac:chgData name="Kim, Cat H" userId="7767e47b-0ad2-44cc-a770-f22a865ee24a" providerId="ADAL" clId="{53CD0745-1605-4E9B-88A7-1DB468AAE67A}" dt="2025-05-02T22:58:22.287" v="2656" actId="1076"/>
          <ac:picMkLst>
            <pc:docMk/>
            <pc:sldMk cId="854424823" sldId="269"/>
            <ac:picMk id="12" creationId="{75E80396-CBA6-C44B-D770-102700B1546F}"/>
          </ac:picMkLst>
        </pc:picChg>
        <pc:picChg chg="add del mod">
          <ac:chgData name="Kim, Cat H" userId="7767e47b-0ad2-44cc-a770-f22a865ee24a" providerId="ADAL" clId="{53CD0745-1605-4E9B-88A7-1DB468AAE67A}" dt="2025-05-02T22:55:17.347" v="2603" actId="478"/>
          <ac:picMkLst>
            <pc:docMk/>
            <pc:sldMk cId="854424823" sldId="269"/>
            <ac:picMk id="7169" creationId="{F303BF36-6DA3-4DE4-4C71-D0BC5B2AC51E}"/>
          </ac:picMkLst>
        </pc:picChg>
      </pc:sldChg>
      <pc:sldChg chg="addSp delSp modSp new del mod">
        <pc:chgData name="Kim, Cat H" userId="7767e47b-0ad2-44cc-a770-f22a865ee24a" providerId="ADAL" clId="{53CD0745-1605-4E9B-88A7-1DB468AAE67A}" dt="2025-05-03T06:53:09.924" v="5242" actId="47"/>
        <pc:sldMkLst>
          <pc:docMk/>
          <pc:sldMk cId="500992080" sldId="270"/>
        </pc:sldMkLst>
        <pc:spChg chg="mod">
          <ac:chgData name="Kim, Cat H" userId="7767e47b-0ad2-44cc-a770-f22a865ee24a" providerId="ADAL" clId="{53CD0745-1605-4E9B-88A7-1DB468AAE67A}" dt="2025-05-02T21:49:17.576" v="2482"/>
          <ac:spMkLst>
            <pc:docMk/>
            <pc:sldMk cId="500992080" sldId="270"/>
            <ac:spMk id="2" creationId="{923635DD-A0E8-F1D4-B924-B8FC72C54F0F}"/>
          </ac:spMkLst>
        </pc:spChg>
        <pc:spChg chg="del">
          <ac:chgData name="Kim, Cat H" userId="7767e47b-0ad2-44cc-a770-f22a865ee24a" providerId="ADAL" clId="{53CD0745-1605-4E9B-88A7-1DB468AAE67A}" dt="2025-05-02T21:49:42.014" v="2484"/>
          <ac:spMkLst>
            <pc:docMk/>
            <pc:sldMk cId="500992080" sldId="270"/>
            <ac:spMk id="3" creationId="{28AF1822-7E8B-7299-FE41-D5E8AD794154}"/>
          </ac:spMkLst>
        </pc:spChg>
        <pc:picChg chg="add mod">
          <ac:chgData name="Kim, Cat H" userId="7767e47b-0ad2-44cc-a770-f22a865ee24a" providerId="ADAL" clId="{53CD0745-1605-4E9B-88A7-1DB468AAE67A}" dt="2025-05-02T21:49:42.014" v="2484"/>
          <ac:picMkLst>
            <pc:docMk/>
            <pc:sldMk cId="500992080" sldId="270"/>
            <ac:picMk id="4" creationId="{9B4DFFB8-C580-6381-FB23-AE85FA6EBDDD}"/>
          </ac:picMkLst>
        </pc:picChg>
      </pc:sldChg>
      <pc:sldChg chg="addSp delSp modSp new del mod ord">
        <pc:chgData name="Kim, Cat H" userId="7767e47b-0ad2-44cc-a770-f22a865ee24a" providerId="ADAL" clId="{53CD0745-1605-4E9B-88A7-1DB468AAE67A}" dt="2025-05-03T06:53:12.317" v="5243" actId="47"/>
        <pc:sldMkLst>
          <pc:docMk/>
          <pc:sldMk cId="4208660799" sldId="271"/>
        </pc:sldMkLst>
        <pc:spChg chg="mod">
          <ac:chgData name="Kim, Cat H" userId="7767e47b-0ad2-44cc-a770-f22a865ee24a" providerId="ADAL" clId="{53CD0745-1605-4E9B-88A7-1DB468AAE67A}" dt="2025-05-02T21:50:18.579" v="2490"/>
          <ac:spMkLst>
            <pc:docMk/>
            <pc:sldMk cId="4208660799" sldId="271"/>
            <ac:spMk id="2" creationId="{86E151FE-AE2B-BC3E-7FB1-3B5AA2261C9B}"/>
          </ac:spMkLst>
        </pc:spChg>
        <pc:spChg chg="add del mod">
          <ac:chgData name="Kim, Cat H" userId="7767e47b-0ad2-44cc-a770-f22a865ee24a" providerId="ADAL" clId="{53CD0745-1605-4E9B-88A7-1DB468AAE67A}" dt="2025-05-02T21:51:10.311" v="2502" actId="14100"/>
          <ac:spMkLst>
            <pc:docMk/>
            <pc:sldMk cId="4208660799" sldId="271"/>
            <ac:spMk id="3" creationId="{C836B691-65F0-663C-2E67-725C4B225A7B}"/>
          </ac:spMkLst>
        </pc:spChg>
        <pc:spChg chg="add mod">
          <ac:chgData name="Kim, Cat H" userId="7767e47b-0ad2-44cc-a770-f22a865ee24a" providerId="ADAL" clId="{53CD0745-1605-4E9B-88A7-1DB468AAE67A}" dt="2025-05-02T21:50:32.119" v="2492"/>
          <ac:spMkLst>
            <pc:docMk/>
            <pc:sldMk cId="4208660799" sldId="271"/>
            <ac:spMk id="4" creationId="{0654B019-6225-0DE1-F4A4-B93A3A927F6A}"/>
          </ac:spMkLst>
        </pc:spChg>
        <pc:picChg chg="add mod">
          <ac:chgData name="Kim, Cat H" userId="7767e47b-0ad2-44cc-a770-f22a865ee24a" providerId="ADAL" clId="{53CD0745-1605-4E9B-88A7-1DB468AAE67A}" dt="2025-05-02T21:51:07.079" v="2501" actId="1076"/>
          <ac:picMkLst>
            <pc:docMk/>
            <pc:sldMk cId="4208660799" sldId="271"/>
            <ac:picMk id="9" creationId="{F729DC49-0679-1AAA-F11E-F3A19F1F411C}"/>
          </ac:picMkLst>
        </pc:picChg>
      </pc:sldChg>
      <pc:sldChg chg="addSp delSp modSp new mod">
        <pc:chgData name="Kim, Cat H" userId="7767e47b-0ad2-44cc-a770-f22a865ee24a" providerId="ADAL" clId="{53CD0745-1605-4E9B-88A7-1DB468AAE67A}" dt="2025-05-03T08:36:42.195" v="6225" actId="208"/>
        <pc:sldMkLst>
          <pc:docMk/>
          <pc:sldMk cId="2007127198" sldId="272"/>
        </pc:sldMkLst>
        <pc:spChg chg="mod">
          <ac:chgData name="Kim, Cat H" userId="7767e47b-0ad2-44cc-a770-f22a865ee24a" providerId="ADAL" clId="{53CD0745-1605-4E9B-88A7-1DB468AAE67A}" dt="2025-05-03T08:30:01.965" v="6025" actId="20577"/>
          <ac:spMkLst>
            <pc:docMk/>
            <pc:sldMk cId="2007127198" sldId="272"/>
            <ac:spMk id="2" creationId="{72A804F4-0EE9-0CC9-B6AA-155392444AE7}"/>
          </ac:spMkLst>
        </pc:spChg>
        <pc:spChg chg="mod">
          <ac:chgData name="Kim, Cat H" userId="7767e47b-0ad2-44cc-a770-f22a865ee24a" providerId="ADAL" clId="{53CD0745-1605-4E9B-88A7-1DB468AAE67A}" dt="2025-05-03T08:31:57.415" v="6062" actId="403"/>
          <ac:spMkLst>
            <pc:docMk/>
            <pc:sldMk cId="2007127198" sldId="272"/>
            <ac:spMk id="3" creationId="{8825B5C2-2484-754A-C7F2-8A8846CA8BC2}"/>
          </ac:spMkLst>
        </pc:spChg>
        <pc:spChg chg="add">
          <ac:chgData name="Kim, Cat H" userId="7767e47b-0ad2-44cc-a770-f22a865ee24a" providerId="ADAL" clId="{53CD0745-1605-4E9B-88A7-1DB468AAE67A}" dt="2025-05-03T06:48:29.295" v="5118"/>
          <ac:spMkLst>
            <pc:docMk/>
            <pc:sldMk cId="2007127198" sldId="272"/>
            <ac:spMk id="4" creationId="{70DF9337-F23E-F00C-3921-0CF04626C02E}"/>
          </ac:spMkLst>
        </pc:spChg>
        <pc:spChg chg="add mod">
          <ac:chgData name="Kim, Cat H" userId="7767e47b-0ad2-44cc-a770-f22a865ee24a" providerId="ADAL" clId="{53CD0745-1605-4E9B-88A7-1DB468AAE67A}" dt="2025-05-03T08:36:42.195" v="6225" actId="208"/>
          <ac:spMkLst>
            <pc:docMk/>
            <pc:sldMk cId="2007127198" sldId="272"/>
            <ac:spMk id="8" creationId="{6CC13CCD-B4A8-AE14-2615-B824EBDC1A92}"/>
          </ac:spMkLst>
        </pc:spChg>
        <pc:spChg chg="add">
          <ac:chgData name="Kim, Cat H" userId="7767e47b-0ad2-44cc-a770-f22a865ee24a" providerId="ADAL" clId="{53CD0745-1605-4E9B-88A7-1DB468AAE67A}" dt="2025-05-03T08:29:42.908" v="6017"/>
          <ac:spMkLst>
            <pc:docMk/>
            <pc:sldMk cId="2007127198" sldId="272"/>
            <ac:spMk id="13" creationId="{375243A5-41B1-F72E-C032-70980EFF2E8E}"/>
          </ac:spMkLst>
        </pc:spChg>
        <pc:picChg chg="add del mod">
          <ac:chgData name="Kim, Cat H" userId="7767e47b-0ad2-44cc-a770-f22a865ee24a" providerId="ADAL" clId="{53CD0745-1605-4E9B-88A7-1DB468AAE67A}" dt="2025-05-02T21:52:36.454" v="2529" actId="478"/>
          <ac:picMkLst>
            <pc:docMk/>
            <pc:sldMk cId="2007127198" sldId="272"/>
            <ac:picMk id="5" creationId="{E44E106B-42D9-9ACE-3426-23B17AD1ED62}"/>
          </ac:picMkLst>
        </pc:picChg>
        <pc:picChg chg="add del mod">
          <ac:chgData name="Kim, Cat H" userId="7767e47b-0ad2-44cc-a770-f22a865ee24a" providerId="ADAL" clId="{53CD0745-1605-4E9B-88A7-1DB468AAE67A}" dt="2025-05-03T08:21:07.909" v="5859" actId="478"/>
          <ac:picMkLst>
            <pc:docMk/>
            <pc:sldMk cId="2007127198" sldId="272"/>
            <ac:picMk id="6" creationId="{3FB33711-D4D1-50CC-5F46-13ED325BDECF}"/>
          </ac:picMkLst>
        </pc:picChg>
        <pc:picChg chg="add del mod">
          <ac:chgData name="Kim, Cat H" userId="7767e47b-0ad2-44cc-a770-f22a865ee24a" providerId="ADAL" clId="{53CD0745-1605-4E9B-88A7-1DB468AAE67A}" dt="2025-05-03T06:48:27.786" v="5117" actId="478"/>
          <ac:picMkLst>
            <pc:docMk/>
            <pc:sldMk cId="2007127198" sldId="272"/>
            <ac:picMk id="7" creationId="{28A10FF7-285F-8BB8-327C-CB55F4644C6B}"/>
          </ac:picMkLst>
        </pc:picChg>
        <pc:picChg chg="add mod ord">
          <ac:chgData name="Kim, Cat H" userId="7767e47b-0ad2-44cc-a770-f22a865ee24a" providerId="ADAL" clId="{53CD0745-1605-4E9B-88A7-1DB468AAE67A}" dt="2025-05-03T08:21:12.570" v="5862" actId="167"/>
          <ac:picMkLst>
            <pc:docMk/>
            <pc:sldMk cId="2007127198" sldId="272"/>
            <ac:picMk id="10" creationId="{2F007C3C-9775-B934-C594-AFC8E7123C42}"/>
          </ac:picMkLst>
        </pc:picChg>
        <pc:picChg chg="add del mod">
          <ac:chgData name="Kim, Cat H" userId="7767e47b-0ad2-44cc-a770-f22a865ee24a" providerId="ADAL" clId="{53CD0745-1605-4E9B-88A7-1DB468AAE67A}" dt="2025-05-03T08:22:03.708" v="5870" actId="22"/>
          <ac:picMkLst>
            <pc:docMk/>
            <pc:sldMk cId="2007127198" sldId="272"/>
            <ac:picMk id="12" creationId="{198A78C9-CE66-8862-36FD-CFA04657F4B3}"/>
          </ac:picMkLst>
        </pc:picChg>
      </pc:sldChg>
      <pc:sldChg chg="addSp delSp modSp add mod">
        <pc:chgData name="Kim, Cat H" userId="7767e47b-0ad2-44cc-a770-f22a865ee24a" providerId="ADAL" clId="{53CD0745-1605-4E9B-88A7-1DB468AAE67A}" dt="2025-05-03T08:48:30.066" v="6357" actId="27107"/>
        <pc:sldMkLst>
          <pc:docMk/>
          <pc:sldMk cId="2211868704" sldId="273"/>
        </pc:sldMkLst>
        <pc:spChg chg="mod">
          <ac:chgData name="Kim, Cat H" userId="7767e47b-0ad2-44cc-a770-f22a865ee24a" providerId="ADAL" clId="{53CD0745-1605-4E9B-88A7-1DB468AAE67A}" dt="2025-05-03T08:48:30.066" v="6357" actId="27107"/>
          <ac:spMkLst>
            <pc:docMk/>
            <pc:sldMk cId="2211868704" sldId="273"/>
            <ac:spMk id="3" creationId="{EB55E554-FF4E-910C-C1D2-8F21ECC7F12D}"/>
          </ac:spMkLst>
        </pc:spChg>
        <pc:spChg chg="del">
          <ac:chgData name="Kim, Cat H" userId="7767e47b-0ad2-44cc-a770-f22a865ee24a" providerId="ADAL" clId="{53CD0745-1605-4E9B-88A7-1DB468AAE67A}" dt="2025-05-02T22:56:38.307" v="2646" actId="478"/>
          <ac:spMkLst>
            <pc:docMk/>
            <pc:sldMk cId="2211868704" sldId="273"/>
            <ac:spMk id="5" creationId="{170CF1FF-2953-4052-57DC-D8BD9058EF66}"/>
          </ac:spMkLst>
        </pc:spChg>
        <pc:spChg chg="add del mod">
          <ac:chgData name="Kim, Cat H" userId="7767e47b-0ad2-44cc-a770-f22a865ee24a" providerId="ADAL" clId="{53CD0745-1605-4E9B-88A7-1DB468AAE67A}" dt="2025-05-02T22:56:28.707" v="2645" actId="1076"/>
          <ac:spMkLst>
            <pc:docMk/>
            <pc:sldMk cId="2211868704" sldId="273"/>
            <ac:spMk id="10" creationId="{603AD56B-7CF1-87F5-A654-0ACD81ECF9A1}"/>
          </ac:spMkLst>
        </pc:spChg>
        <pc:graphicFrameChg chg="del modGraphic">
          <ac:chgData name="Kim, Cat H" userId="7767e47b-0ad2-44cc-a770-f22a865ee24a" providerId="ADAL" clId="{53CD0745-1605-4E9B-88A7-1DB468AAE67A}" dt="2025-05-02T22:55:29.635" v="2608" actId="478"/>
          <ac:graphicFrameMkLst>
            <pc:docMk/>
            <pc:sldMk cId="2211868704" sldId="273"/>
            <ac:graphicFrameMk id="8" creationId="{0FF2DB12-096A-C4C0-73FB-367BB82201A5}"/>
          </ac:graphicFrameMkLst>
        </pc:graphicFrameChg>
        <pc:picChg chg="add mod">
          <ac:chgData name="Kim, Cat H" userId="7767e47b-0ad2-44cc-a770-f22a865ee24a" providerId="ADAL" clId="{53CD0745-1605-4E9B-88A7-1DB468AAE67A}" dt="2025-05-02T22:56:16.945" v="2644" actId="1076"/>
          <ac:picMkLst>
            <pc:docMk/>
            <pc:sldMk cId="2211868704" sldId="273"/>
            <ac:picMk id="8193" creationId="{969DF18F-4699-DE88-40D2-1E61E9E0FD63}"/>
          </ac:picMkLst>
        </pc:picChg>
      </pc:sldChg>
      <pc:sldChg chg="addSp delSp modSp new add del mod ord">
        <pc:chgData name="Kim, Cat H" userId="7767e47b-0ad2-44cc-a770-f22a865ee24a" providerId="ADAL" clId="{53CD0745-1605-4E9B-88A7-1DB468AAE67A}" dt="2025-05-03T06:52:49.479" v="5239" actId="2696"/>
        <pc:sldMkLst>
          <pc:docMk/>
          <pc:sldMk cId="2756551627" sldId="274"/>
        </pc:sldMkLst>
        <pc:spChg chg="mod">
          <ac:chgData name="Kim, Cat H" userId="7767e47b-0ad2-44cc-a770-f22a865ee24a" providerId="ADAL" clId="{53CD0745-1605-4E9B-88A7-1DB468AAE67A}" dt="2025-05-02T23:39:19.132" v="3004" actId="20577"/>
          <ac:spMkLst>
            <pc:docMk/>
            <pc:sldMk cId="2756551627" sldId="274"/>
            <ac:spMk id="2" creationId="{8448A142-D59B-606E-7BE3-F56D4A83D0F3}"/>
          </ac:spMkLst>
        </pc:spChg>
        <pc:spChg chg="del">
          <ac:chgData name="Kim, Cat H" userId="7767e47b-0ad2-44cc-a770-f22a865ee24a" providerId="ADAL" clId="{53CD0745-1605-4E9B-88A7-1DB468AAE67A}" dt="2025-05-03T05:46:25.200" v="4109"/>
          <ac:spMkLst>
            <pc:docMk/>
            <pc:sldMk cId="2756551627" sldId="274"/>
            <ac:spMk id="3" creationId="{73922E9C-09B6-5248-DF0C-AC8493A2C995}"/>
          </ac:spMkLst>
        </pc:spChg>
        <pc:graphicFrameChg chg="add mod modGraphic">
          <ac:chgData name="Kim, Cat H" userId="7767e47b-0ad2-44cc-a770-f22a865ee24a" providerId="ADAL" clId="{53CD0745-1605-4E9B-88A7-1DB468AAE67A}" dt="2025-05-03T05:52:14.568" v="4189" actId="207"/>
          <ac:graphicFrameMkLst>
            <pc:docMk/>
            <pc:sldMk cId="2756551627" sldId="274"/>
            <ac:graphicFrameMk id="4" creationId="{1C01F4F3-4BD3-0CE2-671D-6CDD83B3402A}"/>
          </ac:graphicFrameMkLst>
        </pc:graphicFrameChg>
      </pc:sldChg>
      <pc:sldChg chg="addSp delSp modSp new mod ord">
        <pc:chgData name="Kim, Cat H" userId="7767e47b-0ad2-44cc-a770-f22a865ee24a" providerId="ADAL" clId="{53CD0745-1605-4E9B-88A7-1DB468AAE67A}" dt="2025-05-03T08:03:05.575" v="5541" actId="14100"/>
        <pc:sldMkLst>
          <pc:docMk/>
          <pc:sldMk cId="4033904709" sldId="275"/>
        </pc:sldMkLst>
        <pc:spChg chg="mod">
          <ac:chgData name="Kim, Cat H" userId="7767e47b-0ad2-44cc-a770-f22a865ee24a" providerId="ADAL" clId="{53CD0745-1605-4E9B-88A7-1DB468AAE67A}" dt="2025-05-03T06:09:22.522" v="4273" actId="20577"/>
          <ac:spMkLst>
            <pc:docMk/>
            <pc:sldMk cId="4033904709" sldId="275"/>
            <ac:spMk id="2" creationId="{0A5F0D66-EDBE-BC41-A3C1-16FFDDC5FF19}"/>
          </ac:spMkLst>
        </pc:spChg>
        <pc:spChg chg="mod">
          <ac:chgData name="Kim, Cat H" userId="7767e47b-0ad2-44cc-a770-f22a865ee24a" providerId="ADAL" clId="{53CD0745-1605-4E9B-88A7-1DB468AAE67A}" dt="2025-05-03T08:03:05.575" v="5541" actId="14100"/>
          <ac:spMkLst>
            <pc:docMk/>
            <pc:sldMk cId="4033904709" sldId="275"/>
            <ac:spMk id="3" creationId="{0C6445FD-BAA6-B27B-A43E-69D44C2A9B6D}"/>
          </ac:spMkLst>
        </pc:spChg>
        <pc:spChg chg="add">
          <ac:chgData name="Kim, Cat H" userId="7767e47b-0ad2-44cc-a770-f22a865ee24a" providerId="ADAL" clId="{53CD0745-1605-4E9B-88A7-1DB468AAE67A}" dt="2025-05-03T04:31:43.336" v="3146"/>
          <ac:spMkLst>
            <pc:docMk/>
            <pc:sldMk cId="4033904709" sldId="275"/>
            <ac:spMk id="4" creationId="{F7758286-EE02-1CC1-91D4-3A4E38CB6FE2}"/>
          </ac:spMkLst>
        </pc:spChg>
        <pc:spChg chg="add mod">
          <ac:chgData name="Kim, Cat H" userId="7767e47b-0ad2-44cc-a770-f22a865ee24a" providerId="ADAL" clId="{53CD0745-1605-4E9B-88A7-1DB468AAE67A}" dt="2025-05-03T04:45:14.174" v="3656"/>
          <ac:spMkLst>
            <pc:docMk/>
            <pc:sldMk cId="4033904709" sldId="275"/>
            <ac:spMk id="7" creationId="{DF29EDBE-B0DE-DC49-482E-11CD2D3A83E4}"/>
          </ac:spMkLst>
        </pc:spChg>
        <pc:spChg chg="add mod">
          <ac:chgData name="Kim, Cat H" userId="7767e47b-0ad2-44cc-a770-f22a865ee24a" providerId="ADAL" clId="{53CD0745-1605-4E9B-88A7-1DB468AAE67A}" dt="2025-05-03T04:45:14.174" v="3656"/>
          <ac:spMkLst>
            <pc:docMk/>
            <pc:sldMk cId="4033904709" sldId="275"/>
            <ac:spMk id="8" creationId="{81565CDC-D1FD-7B8E-D38F-23E8C725C33C}"/>
          </ac:spMkLst>
        </pc:spChg>
        <pc:spChg chg="add mod">
          <ac:chgData name="Kim, Cat H" userId="7767e47b-0ad2-44cc-a770-f22a865ee24a" providerId="ADAL" clId="{53CD0745-1605-4E9B-88A7-1DB468AAE67A}" dt="2025-05-03T04:46:26.125" v="3666"/>
          <ac:spMkLst>
            <pc:docMk/>
            <pc:sldMk cId="4033904709" sldId="275"/>
            <ac:spMk id="11" creationId="{DEB903E3-70D2-9EBB-3696-AF971D283BA7}"/>
          </ac:spMkLst>
        </pc:spChg>
        <pc:spChg chg="add mod">
          <ac:chgData name="Kim, Cat H" userId="7767e47b-0ad2-44cc-a770-f22a865ee24a" providerId="ADAL" clId="{53CD0745-1605-4E9B-88A7-1DB468AAE67A}" dt="2025-05-03T04:46:26.125" v="3666"/>
          <ac:spMkLst>
            <pc:docMk/>
            <pc:sldMk cId="4033904709" sldId="275"/>
            <ac:spMk id="12" creationId="{364DF956-C66C-D951-465C-B9F5B8A0E922}"/>
          </ac:spMkLst>
        </pc:spChg>
        <pc:spChg chg="add del">
          <ac:chgData name="Kim, Cat H" userId="7767e47b-0ad2-44cc-a770-f22a865ee24a" providerId="ADAL" clId="{53CD0745-1605-4E9B-88A7-1DB468AAE67A}" dt="2025-05-03T05:56:27.296" v="4192" actId="22"/>
          <ac:spMkLst>
            <pc:docMk/>
            <pc:sldMk cId="4033904709" sldId="275"/>
            <ac:spMk id="17" creationId="{CABA07FF-7BB3-D2BD-BF0B-1D8427421351}"/>
          </ac:spMkLst>
        </pc:spChg>
        <pc:spChg chg="add mod">
          <ac:chgData name="Kim, Cat H" userId="7767e47b-0ad2-44cc-a770-f22a865ee24a" providerId="ADAL" clId="{53CD0745-1605-4E9B-88A7-1DB468AAE67A}" dt="2025-05-03T06:06:53.865" v="4231" actId="404"/>
          <ac:spMkLst>
            <pc:docMk/>
            <pc:sldMk cId="4033904709" sldId="275"/>
            <ac:spMk id="21" creationId="{BE4505D6-4BC1-91E9-65D8-7C1671E9AD6A}"/>
          </ac:spMkLst>
        </pc:spChg>
        <pc:grpChg chg="add mod">
          <ac:chgData name="Kim, Cat H" userId="7767e47b-0ad2-44cc-a770-f22a865ee24a" providerId="ADAL" clId="{53CD0745-1605-4E9B-88A7-1DB468AAE67A}" dt="2025-05-03T04:45:14.174" v="3656"/>
          <ac:grpSpMkLst>
            <pc:docMk/>
            <pc:sldMk cId="4033904709" sldId="275"/>
            <ac:grpSpMk id="6" creationId="{73600AD1-2151-8647-4083-DCCD42196B5D}"/>
          </ac:grpSpMkLst>
        </pc:grpChg>
        <pc:grpChg chg="add mod">
          <ac:chgData name="Kim, Cat H" userId="7767e47b-0ad2-44cc-a770-f22a865ee24a" providerId="ADAL" clId="{53CD0745-1605-4E9B-88A7-1DB468AAE67A}" dt="2025-05-03T04:46:26.125" v="3666"/>
          <ac:grpSpMkLst>
            <pc:docMk/>
            <pc:sldMk cId="4033904709" sldId="275"/>
            <ac:grpSpMk id="10" creationId="{AE8E0175-1150-57E8-F98E-FE914EE47277}"/>
          </ac:grpSpMkLst>
        </pc:grpChg>
        <pc:graphicFrameChg chg="add del mod modGraphic">
          <ac:chgData name="Kim, Cat H" userId="7767e47b-0ad2-44cc-a770-f22a865ee24a" providerId="ADAL" clId="{53CD0745-1605-4E9B-88A7-1DB468AAE67A}" dt="2025-05-03T04:34:06.981" v="3295" actId="21"/>
          <ac:graphicFrameMkLst>
            <pc:docMk/>
            <pc:sldMk cId="4033904709" sldId="275"/>
            <ac:graphicFrameMk id="5" creationId="{51F7ACB0-0FCA-D840-4C92-936643F24262}"/>
          </ac:graphicFrameMkLst>
        </pc:graphicFrameChg>
        <pc:graphicFrameChg chg="add del mod modGraphic">
          <ac:chgData name="Kim, Cat H" userId="7767e47b-0ad2-44cc-a770-f22a865ee24a" providerId="ADAL" clId="{53CD0745-1605-4E9B-88A7-1DB468AAE67A}" dt="2025-05-03T04:46:10.112" v="3664" actId="478"/>
          <ac:graphicFrameMkLst>
            <pc:docMk/>
            <pc:sldMk cId="4033904709" sldId="275"/>
            <ac:graphicFrameMk id="9" creationId="{A76EEF35-DE39-89FB-4724-47757D283FBA}"/>
          </ac:graphicFrameMkLst>
        </pc:graphicFrameChg>
        <pc:graphicFrameChg chg="add del mod">
          <ac:chgData name="Kim, Cat H" userId="7767e47b-0ad2-44cc-a770-f22a865ee24a" providerId="ADAL" clId="{53CD0745-1605-4E9B-88A7-1DB468AAE67A}" dt="2025-05-03T04:55:26.255" v="3774" actId="478"/>
          <ac:graphicFrameMkLst>
            <pc:docMk/>
            <pc:sldMk cId="4033904709" sldId="275"/>
            <ac:graphicFrameMk id="13" creationId="{80E0FF23-3B1F-B9F0-1191-880A83402DD3}"/>
          </ac:graphicFrameMkLst>
        </pc:graphicFrameChg>
        <pc:graphicFrameChg chg="add del mod">
          <ac:chgData name="Kim, Cat H" userId="7767e47b-0ad2-44cc-a770-f22a865ee24a" providerId="ADAL" clId="{53CD0745-1605-4E9B-88A7-1DB468AAE67A}" dt="2025-05-03T06:05:40.723" v="4203" actId="478"/>
          <ac:graphicFrameMkLst>
            <pc:docMk/>
            <pc:sldMk cId="4033904709" sldId="275"/>
            <ac:graphicFrameMk id="18" creationId="{B7D59C3A-F08B-C08A-951F-4294B045ABC4}"/>
          </ac:graphicFrameMkLst>
        </pc:graphicFrameChg>
        <pc:picChg chg="add del mod">
          <ac:chgData name="Kim, Cat H" userId="7767e47b-0ad2-44cc-a770-f22a865ee24a" providerId="ADAL" clId="{53CD0745-1605-4E9B-88A7-1DB468AAE67A}" dt="2025-05-03T05:56:25.961" v="4190" actId="478"/>
          <ac:picMkLst>
            <pc:docMk/>
            <pc:sldMk cId="4033904709" sldId="275"/>
            <ac:picMk id="15" creationId="{02114745-605E-FB06-B2F4-37286532D7F3}"/>
          </ac:picMkLst>
        </pc:picChg>
        <pc:picChg chg="add mod modCrop">
          <ac:chgData name="Kim, Cat H" userId="7767e47b-0ad2-44cc-a770-f22a865ee24a" providerId="ADAL" clId="{53CD0745-1605-4E9B-88A7-1DB468AAE67A}" dt="2025-05-03T06:08:11.577" v="4238" actId="1076"/>
          <ac:picMkLst>
            <pc:docMk/>
            <pc:sldMk cId="4033904709" sldId="275"/>
            <ac:picMk id="20" creationId="{602DDF44-7F0A-C9AB-3795-5B9A462790A7}"/>
          </ac:picMkLst>
        </pc:picChg>
        <pc:picChg chg="add del mod">
          <ac:chgData name="Kim, Cat H" userId="7767e47b-0ad2-44cc-a770-f22a865ee24a" providerId="ADAL" clId="{53CD0745-1605-4E9B-88A7-1DB468AAE67A}" dt="2025-05-03T06:07:44.713" v="4236" actId="478"/>
          <ac:picMkLst>
            <pc:docMk/>
            <pc:sldMk cId="4033904709" sldId="275"/>
            <ac:picMk id="23" creationId="{0FD6D7A6-B0A4-BD32-F716-D3A6D08A406A}"/>
          </ac:picMkLst>
        </pc:picChg>
      </pc:sldChg>
      <pc:sldChg chg="addSp delSp modSp add mod ord">
        <pc:chgData name="Kim, Cat H" userId="7767e47b-0ad2-44cc-a770-f22a865ee24a" providerId="ADAL" clId="{53CD0745-1605-4E9B-88A7-1DB468AAE67A}" dt="2025-05-03T07:59:43.094" v="5441" actId="20577"/>
        <pc:sldMkLst>
          <pc:docMk/>
          <pc:sldMk cId="751469352" sldId="276"/>
        </pc:sldMkLst>
        <pc:spChg chg="mod">
          <ac:chgData name="Kim, Cat H" userId="7767e47b-0ad2-44cc-a770-f22a865ee24a" providerId="ADAL" clId="{53CD0745-1605-4E9B-88A7-1DB468AAE67A}" dt="2025-05-03T04:44:33.895" v="3654" actId="20577"/>
          <ac:spMkLst>
            <pc:docMk/>
            <pc:sldMk cId="751469352" sldId="276"/>
            <ac:spMk id="2" creationId="{A8E562F2-974C-B298-A374-C209ABD86F5F}"/>
          </ac:spMkLst>
        </pc:spChg>
        <pc:spChg chg="del">
          <ac:chgData name="Kim, Cat H" userId="7767e47b-0ad2-44cc-a770-f22a865ee24a" providerId="ADAL" clId="{53CD0745-1605-4E9B-88A7-1DB468AAE67A}" dt="2025-05-03T04:34:12.821" v="3297" actId="478"/>
          <ac:spMkLst>
            <pc:docMk/>
            <pc:sldMk cId="751469352" sldId="276"/>
            <ac:spMk id="3" creationId="{EB070579-55EB-AEE4-447B-39E8A415F000}"/>
          </ac:spMkLst>
        </pc:spChg>
        <pc:spChg chg="add del mod">
          <ac:chgData name="Kim, Cat H" userId="7767e47b-0ad2-44cc-a770-f22a865ee24a" providerId="ADAL" clId="{53CD0745-1605-4E9B-88A7-1DB468AAE67A}" dt="2025-05-03T04:34:16.152" v="3299" actId="478"/>
          <ac:spMkLst>
            <pc:docMk/>
            <pc:sldMk cId="751469352" sldId="276"/>
            <ac:spMk id="5" creationId="{1D2BDA3B-947B-4396-9008-850ABC3C0D17}"/>
          </ac:spMkLst>
        </pc:spChg>
        <pc:spChg chg="add mod">
          <ac:chgData name="Kim, Cat H" userId="7767e47b-0ad2-44cc-a770-f22a865ee24a" providerId="ADAL" clId="{53CD0745-1605-4E9B-88A7-1DB468AAE67A}" dt="2025-05-03T06:06:10.041" v="4206"/>
          <ac:spMkLst>
            <pc:docMk/>
            <pc:sldMk cId="751469352" sldId="276"/>
            <ac:spMk id="8" creationId="{53263DCC-3ABE-3D7F-5B99-6CA08FF00859}"/>
          </ac:spMkLst>
        </pc:spChg>
        <pc:graphicFrameChg chg="add mod">
          <ac:chgData name="Kim, Cat H" userId="7767e47b-0ad2-44cc-a770-f22a865ee24a" providerId="ADAL" clId="{53CD0745-1605-4E9B-88A7-1DB468AAE67A}" dt="2025-05-03T04:34:13.743" v="3298"/>
          <ac:graphicFrameMkLst>
            <pc:docMk/>
            <pc:sldMk cId="751469352" sldId="276"/>
            <ac:graphicFrameMk id="6" creationId="{51F7ACB0-0FCA-D840-4C92-936643F24262}"/>
          </ac:graphicFrameMkLst>
        </pc:graphicFrameChg>
        <pc:graphicFrameChg chg="add mod modGraphic">
          <ac:chgData name="Kim, Cat H" userId="7767e47b-0ad2-44cc-a770-f22a865ee24a" providerId="ADAL" clId="{53CD0745-1605-4E9B-88A7-1DB468AAE67A}" dt="2025-05-03T07:59:43.094" v="5441" actId="20577"/>
          <ac:graphicFrameMkLst>
            <pc:docMk/>
            <pc:sldMk cId="751469352" sldId="276"/>
            <ac:graphicFrameMk id="7" creationId="{4C65AEE3-BFDF-512F-6E3B-BDA8289A25C2}"/>
          </ac:graphicFrameMkLst>
        </pc:graphicFrameChg>
        <pc:graphicFrameChg chg="add mod">
          <ac:chgData name="Kim, Cat H" userId="7767e47b-0ad2-44cc-a770-f22a865ee24a" providerId="ADAL" clId="{53CD0745-1605-4E9B-88A7-1DB468AAE67A}" dt="2025-05-03T06:06:22.748" v="4209" actId="571"/>
          <ac:graphicFrameMkLst>
            <pc:docMk/>
            <pc:sldMk cId="751469352" sldId="276"/>
            <ac:graphicFrameMk id="9" creationId="{E32E909E-6B7D-7B69-8B8B-35A0B726C895}"/>
          </ac:graphicFrameMkLst>
        </pc:graphicFrameChg>
      </pc:sldChg>
      <pc:sldChg chg="addSp delSp modSp add mod ord modNotesTx">
        <pc:chgData name="Kim, Cat H" userId="7767e47b-0ad2-44cc-a770-f22a865ee24a" providerId="ADAL" clId="{53CD0745-1605-4E9B-88A7-1DB468AAE67A}" dt="2025-05-03T08:25:01.451" v="5937" actId="1076"/>
        <pc:sldMkLst>
          <pc:docMk/>
          <pc:sldMk cId="0" sldId="285"/>
        </pc:sldMkLst>
        <pc:spChg chg="add mod">
          <ac:chgData name="Kim, Cat H" userId="7767e47b-0ad2-44cc-a770-f22a865ee24a" providerId="ADAL" clId="{53CD0745-1605-4E9B-88A7-1DB468AAE67A}" dt="2025-05-03T08:24:52.558" v="5936" actId="20577"/>
          <ac:spMkLst>
            <pc:docMk/>
            <pc:sldMk cId="0" sldId="285"/>
            <ac:spMk id="2" creationId="{C4B0DA99-D981-D503-906F-A86D40E9CC5C}"/>
          </ac:spMkLst>
        </pc:spChg>
        <pc:spChg chg="add del mod">
          <ac:chgData name="Kim, Cat H" userId="7767e47b-0ad2-44cc-a770-f22a865ee24a" providerId="ADAL" clId="{53CD0745-1605-4E9B-88A7-1DB468AAE67A}" dt="2025-05-03T06:25:56.999" v="4819" actId="478"/>
          <ac:spMkLst>
            <pc:docMk/>
            <pc:sldMk cId="0" sldId="285"/>
            <ac:spMk id="3" creationId="{C3565E3F-C3EE-6D80-4797-71826156B9EF}"/>
          </ac:spMkLst>
        </pc:spChg>
        <pc:spChg chg="add del mod">
          <ac:chgData name="Kim, Cat H" userId="7767e47b-0ad2-44cc-a770-f22a865ee24a" providerId="ADAL" clId="{53CD0745-1605-4E9B-88A7-1DB468AAE67A}" dt="2025-05-03T08:24:01.380" v="5883" actId="478"/>
          <ac:spMkLst>
            <pc:docMk/>
            <pc:sldMk cId="0" sldId="285"/>
            <ac:spMk id="5" creationId="{6B6BCC5B-D2D5-8B1A-2461-ADC9BF39A9EC}"/>
          </ac:spMkLst>
        </pc:spChg>
        <pc:spChg chg="add del mod">
          <ac:chgData name="Kim, Cat H" userId="7767e47b-0ad2-44cc-a770-f22a865ee24a" providerId="ADAL" clId="{53CD0745-1605-4E9B-88A7-1DB468AAE67A}" dt="2025-05-03T08:24:12.582" v="5892" actId="478"/>
          <ac:spMkLst>
            <pc:docMk/>
            <pc:sldMk cId="0" sldId="285"/>
            <ac:spMk id="6" creationId="{4E888AA4-860A-9748-4E3B-E4ED293C28E9}"/>
          </ac:spMkLst>
        </pc:spChg>
        <pc:spChg chg="add del mod">
          <ac:chgData name="Kim, Cat H" userId="7767e47b-0ad2-44cc-a770-f22a865ee24a" providerId="ADAL" clId="{53CD0745-1605-4E9B-88A7-1DB468AAE67A}" dt="2025-05-03T08:24:00.204" v="5882" actId="478"/>
          <ac:spMkLst>
            <pc:docMk/>
            <pc:sldMk cId="0" sldId="285"/>
            <ac:spMk id="7" creationId="{0F01078B-BF39-D439-6FEF-EEF91B1226A1}"/>
          </ac:spMkLst>
        </pc:spChg>
        <pc:spChg chg="add del mod">
          <ac:chgData name="Kim, Cat H" userId="7767e47b-0ad2-44cc-a770-f22a865ee24a" providerId="ADAL" clId="{53CD0745-1605-4E9B-88A7-1DB468AAE67A}" dt="2025-05-03T08:24:04.273" v="5886" actId="478"/>
          <ac:spMkLst>
            <pc:docMk/>
            <pc:sldMk cId="0" sldId="285"/>
            <ac:spMk id="8" creationId="{5DE9DAEB-0BC5-FD1D-A399-A501DAF83133}"/>
          </ac:spMkLst>
        </pc:spChg>
        <pc:spChg chg="del mod">
          <ac:chgData name="Kim, Cat H" userId="7767e47b-0ad2-44cc-a770-f22a865ee24a" providerId="ADAL" clId="{53CD0745-1605-4E9B-88A7-1DB468AAE67A}" dt="2025-05-03T06:14:39.471" v="4318" actId="478"/>
          <ac:spMkLst>
            <pc:docMk/>
            <pc:sldMk cId="0" sldId="285"/>
            <ac:spMk id="9" creationId="{00000000-0000-0000-0000-000000000000}"/>
          </ac:spMkLst>
        </pc:spChg>
        <pc:spChg chg="add mod">
          <ac:chgData name="Kim, Cat H" userId="7767e47b-0ad2-44cc-a770-f22a865ee24a" providerId="ADAL" clId="{53CD0745-1605-4E9B-88A7-1DB468AAE67A}" dt="2025-05-03T06:31:56.811" v="4982"/>
          <ac:spMkLst>
            <pc:docMk/>
            <pc:sldMk cId="0" sldId="285"/>
            <ac:spMk id="9" creationId="{2E1DEC2C-F598-841F-2350-3381CE068C93}"/>
          </ac:spMkLst>
        </pc:spChg>
        <pc:spChg chg="del mod ord">
          <ac:chgData name="Kim, Cat H" userId="7767e47b-0ad2-44cc-a770-f22a865ee24a" providerId="ADAL" clId="{53CD0745-1605-4E9B-88A7-1DB468AAE67A}" dt="2025-05-03T08:24:03.251" v="5885" actId="478"/>
          <ac:spMkLst>
            <pc:docMk/>
            <pc:sldMk cId="0" sldId="285"/>
            <ac:spMk id="10" creationId="{00000000-0000-0000-0000-000000000000}"/>
          </ac:spMkLst>
        </pc:spChg>
        <pc:spChg chg="add del mod">
          <ac:chgData name="Kim, Cat H" userId="7767e47b-0ad2-44cc-a770-f22a865ee24a" providerId="ADAL" clId="{53CD0745-1605-4E9B-88A7-1DB468AAE67A}" dt="2025-05-03T08:24:05.019" v="5887" actId="478"/>
          <ac:spMkLst>
            <pc:docMk/>
            <pc:sldMk cId="0" sldId="285"/>
            <ac:spMk id="11" creationId="{524BADEC-72C9-5651-7D0B-CED02F65D134}"/>
          </ac:spMkLst>
        </pc:spChg>
        <pc:spChg chg="del">
          <ac:chgData name="Kim, Cat H" userId="7767e47b-0ad2-44cc-a770-f22a865ee24a" providerId="ADAL" clId="{53CD0745-1605-4E9B-88A7-1DB468AAE67A}" dt="2025-05-03T05:25:56.302" v="3811" actId="478"/>
          <ac:spMkLst>
            <pc:docMk/>
            <pc:sldMk cId="0" sldId="285"/>
            <ac:spMk id="12" creationId="{00000000-0000-0000-0000-000000000000}"/>
          </ac:spMkLst>
        </pc:spChg>
        <pc:spChg chg="add del mod">
          <ac:chgData name="Kim, Cat H" userId="7767e47b-0ad2-44cc-a770-f22a865ee24a" providerId="ADAL" clId="{53CD0745-1605-4E9B-88A7-1DB468AAE67A}" dt="2025-05-03T08:24:07.809" v="5890" actId="478"/>
          <ac:spMkLst>
            <pc:docMk/>
            <pc:sldMk cId="0" sldId="285"/>
            <ac:spMk id="12" creationId="{7ED81989-557B-6182-8730-000DF2E6F7AC}"/>
          </ac:spMkLst>
        </pc:spChg>
        <pc:spChg chg="add del mod">
          <ac:chgData name="Kim, Cat H" userId="7767e47b-0ad2-44cc-a770-f22a865ee24a" providerId="ADAL" clId="{53CD0745-1605-4E9B-88A7-1DB468AAE67A}" dt="2025-05-03T08:24:07.203" v="5889" actId="478"/>
          <ac:spMkLst>
            <pc:docMk/>
            <pc:sldMk cId="0" sldId="285"/>
            <ac:spMk id="13" creationId="{20B163BD-EE31-702A-43F6-628F547F216B}"/>
          </ac:spMkLst>
        </pc:spChg>
        <pc:spChg chg="add del mod">
          <ac:chgData name="Kim, Cat H" userId="7767e47b-0ad2-44cc-a770-f22a865ee24a" providerId="ADAL" clId="{53CD0745-1605-4E9B-88A7-1DB468AAE67A}" dt="2025-05-03T06:34:18.500" v="5005" actId="478"/>
          <ac:spMkLst>
            <pc:docMk/>
            <pc:sldMk cId="0" sldId="285"/>
            <ac:spMk id="14" creationId="{0FBEC6FA-5D4E-C90F-A6F4-CCF2786FCD8E}"/>
          </ac:spMkLst>
        </pc:spChg>
        <pc:spChg chg="mod">
          <ac:chgData name="Kim, Cat H" userId="7767e47b-0ad2-44cc-a770-f22a865ee24a" providerId="ADAL" clId="{53CD0745-1605-4E9B-88A7-1DB468AAE67A}" dt="2025-05-03T05:25:57.463" v="3812" actId="20577"/>
          <ac:spMkLst>
            <pc:docMk/>
            <pc:sldMk cId="0" sldId="285"/>
            <ac:spMk id="15" creationId="{00000000-0000-0000-0000-000000000000}"/>
          </ac:spMkLst>
        </pc:spChg>
        <pc:spChg chg="add del mod">
          <ac:chgData name="Kim, Cat H" userId="7767e47b-0ad2-44cc-a770-f22a865ee24a" providerId="ADAL" clId="{53CD0745-1605-4E9B-88A7-1DB468AAE67A}" dt="2025-05-03T08:24:14.168" v="5893" actId="478"/>
          <ac:spMkLst>
            <pc:docMk/>
            <pc:sldMk cId="0" sldId="285"/>
            <ac:spMk id="15" creationId="{36C9A801-C123-E676-C6F7-D9E937F18235}"/>
          </ac:spMkLst>
        </pc:spChg>
        <pc:spChg chg="del">
          <ac:chgData name="Kim, Cat H" userId="7767e47b-0ad2-44cc-a770-f22a865ee24a" providerId="ADAL" clId="{53CD0745-1605-4E9B-88A7-1DB468AAE67A}" dt="2025-05-03T05:25:58.374" v="3813" actId="478"/>
          <ac:spMkLst>
            <pc:docMk/>
            <pc:sldMk cId="0" sldId="285"/>
            <ac:spMk id="21" creationId="{00000000-0000-0000-0000-000000000000}"/>
          </ac:spMkLst>
        </pc:spChg>
        <pc:spChg chg="mod">
          <ac:chgData name="Kim, Cat H" userId="7767e47b-0ad2-44cc-a770-f22a865ee24a" providerId="ADAL" clId="{53CD0745-1605-4E9B-88A7-1DB468AAE67A}" dt="2025-05-03T06:16:08.218" v="4377" actId="20577"/>
          <ac:spMkLst>
            <pc:docMk/>
            <pc:sldMk cId="0" sldId="285"/>
            <ac:spMk id="36" creationId="{00000000-0000-0000-0000-000000000000}"/>
          </ac:spMkLst>
        </pc:spChg>
        <pc:spChg chg="mod">
          <ac:chgData name="Kim, Cat H" userId="7767e47b-0ad2-44cc-a770-f22a865ee24a" providerId="ADAL" clId="{53CD0745-1605-4E9B-88A7-1DB468AAE67A}" dt="2025-05-03T06:16:10.757" v="4379" actId="20577"/>
          <ac:spMkLst>
            <pc:docMk/>
            <pc:sldMk cId="0" sldId="285"/>
            <ac:spMk id="39" creationId="{00000000-0000-0000-0000-000000000000}"/>
          </ac:spMkLst>
        </pc:spChg>
        <pc:spChg chg="del mod">
          <ac:chgData name="Kim, Cat H" userId="7767e47b-0ad2-44cc-a770-f22a865ee24a" providerId="ADAL" clId="{53CD0745-1605-4E9B-88A7-1DB468AAE67A}" dt="2025-05-03T08:24:32.741" v="5898" actId="478"/>
          <ac:spMkLst>
            <pc:docMk/>
            <pc:sldMk cId="0" sldId="285"/>
            <ac:spMk id="40" creationId="{00000000-0000-0000-0000-000000000000}"/>
          </ac:spMkLst>
        </pc:spChg>
        <pc:spChg chg="add del mod">
          <ac:chgData name="Kim, Cat H" userId="7767e47b-0ad2-44cc-a770-f22a865ee24a" providerId="ADAL" clId="{53CD0745-1605-4E9B-88A7-1DB468AAE67A}" dt="2025-05-03T06:18:52.308" v="4524" actId="478"/>
          <ac:spMkLst>
            <pc:docMk/>
            <pc:sldMk cId="0" sldId="285"/>
            <ac:spMk id="41" creationId="{00000000-0000-0000-0000-000000000000}"/>
          </ac:spMkLst>
        </pc:spChg>
        <pc:spChg chg="add mod">
          <ac:chgData name="Kim, Cat H" userId="7767e47b-0ad2-44cc-a770-f22a865ee24a" providerId="ADAL" clId="{53CD0745-1605-4E9B-88A7-1DB468AAE67A}" dt="2025-05-03T05:29:01.219" v="3881"/>
          <ac:spMkLst>
            <pc:docMk/>
            <pc:sldMk cId="0" sldId="285"/>
            <ac:spMk id="44" creationId="{884C470C-77E3-139B-ABCE-508E332D1672}"/>
          </ac:spMkLst>
        </pc:spChg>
        <pc:spChg chg="add del mod">
          <ac:chgData name="Kim, Cat H" userId="7767e47b-0ad2-44cc-a770-f22a865ee24a" providerId="ADAL" clId="{53CD0745-1605-4E9B-88A7-1DB468AAE67A}" dt="2025-05-03T06:32:49.479" v="4986" actId="478"/>
          <ac:spMkLst>
            <pc:docMk/>
            <pc:sldMk cId="0" sldId="285"/>
            <ac:spMk id="45" creationId="{CF17C298-77C9-4A84-9B78-DB3168A83D04}"/>
          </ac:spMkLst>
        </pc:spChg>
        <pc:spChg chg="add del mod">
          <ac:chgData name="Kim, Cat H" userId="7767e47b-0ad2-44cc-a770-f22a865ee24a" providerId="ADAL" clId="{53CD0745-1605-4E9B-88A7-1DB468AAE67A}" dt="2025-05-03T06:26:20.831" v="4825" actId="478"/>
          <ac:spMkLst>
            <pc:docMk/>
            <pc:sldMk cId="0" sldId="285"/>
            <ac:spMk id="47" creationId="{592A96EF-BF3F-7EB1-8679-D60598DD87CE}"/>
          </ac:spMkLst>
        </pc:spChg>
        <pc:grpChg chg="del">
          <ac:chgData name="Kim, Cat H" userId="7767e47b-0ad2-44cc-a770-f22a865ee24a" providerId="ADAL" clId="{53CD0745-1605-4E9B-88A7-1DB468AAE67A}" dt="2025-05-03T06:14:41.386" v="4319" actId="478"/>
          <ac:grpSpMkLst>
            <pc:docMk/>
            <pc:sldMk cId="0" sldId="285"/>
            <ac:grpSpMk id="2" creationId="{00000000-0000-0000-0000-000000000000}"/>
          </ac:grpSpMkLst>
        </pc:grpChg>
        <pc:grpChg chg="del">
          <ac:chgData name="Kim, Cat H" userId="7767e47b-0ad2-44cc-a770-f22a865ee24a" providerId="ADAL" clId="{53CD0745-1605-4E9B-88A7-1DB468AAE67A}" dt="2025-05-03T06:14:39.471" v="4318" actId="478"/>
          <ac:grpSpMkLst>
            <pc:docMk/>
            <pc:sldMk cId="0" sldId="285"/>
            <ac:grpSpMk id="7" creationId="{00000000-0000-0000-0000-000000000000}"/>
          </ac:grpSpMkLst>
        </pc:grpChg>
        <pc:grpChg chg="del">
          <ac:chgData name="Kim, Cat H" userId="7767e47b-0ad2-44cc-a770-f22a865ee24a" providerId="ADAL" clId="{53CD0745-1605-4E9B-88A7-1DB468AAE67A}" dt="2025-05-03T05:25:59.279" v="3814" actId="478"/>
          <ac:grpSpMkLst>
            <pc:docMk/>
            <pc:sldMk cId="0" sldId="285"/>
            <ac:grpSpMk id="11" creationId="{00000000-0000-0000-0000-000000000000}"/>
          </ac:grpSpMkLst>
        </pc:grpChg>
        <pc:grpChg chg="del">
          <ac:chgData name="Kim, Cat H" userId="7767e47b-0ad2-44cc-a770-f22a865ee24a" providerId="ADAL" clId="{53CD0745-1605-4E9B-88A7-1DB468AAE67A}" dt="2025-05-03T05:25:58.374" v="3813" actId="478"/>
          <ac:grpSpMkLst>
            <pc:docMk/>
            <pc:sldMk cId="0" sldId="285"/>
            <ac:grpSpMk id="19" creationId="{00000000-0000-0000-0000-000000000000}"/>
          </ac:grpSpMkLst>
        </pc:grpChg>
        <pc:grpChg chg="del">
          <ac:chgData name="Kim, Cat H" userId="7767e47b-0ad2-44cc-a770-f22a865ee24a" providerId="ADAL" clId="{53CD0745-1605-4E9B-88A7-1DB468AAE67A}" dt="2025-05-03T05:43:11.083" v="4096" actId="478"/>
          <ac:grpSpMkLst>
            <pc:docMk/>
            <pc:sldMk cId="0" sldId="285"/>
            <ac:grpSpMk id="22" creationId="{00000000-0000-0000-0000-000000000000}"/>
          </ac:grpSpMkLst>
        </pc:grpChg>
        <pc:grpChg chg="del">
          <ac:chgData name="Kim, Cat H" userId="7767e47b-0ad2-44cc-a770-f22a865ee24a" providerId="ADAL" clId="{53CD0745-1605-4E9B-88A7-1DB468AAE67A}" dt="2025-05-03T06:16:10.240" v="4378" actId="478"/>
          <ac:grpSpMkLst>
            <pc:docMk/>
            <pc:sldMk cId="0" sldId="285"/>
            <ac:grpSpMk id="34" creationId="{00000000-0000-0000-0000-000000000000}"/>
          </ac:grpSpMkLst>
        </pc:grpChg>
        <pc:grpChg chg="del">
          <ac:chgData name="Kim, Cat H" userId="7767e47b-0ad2-44cc-a770-f22a865ee24a" providerId="ADAL" clId="{53CD0745-1605-4E9B-88A7-1DB468AAE67A}" dt="2025-05-03T06:16:12.265" v="4380" actId="478"/>
          <ac:grpSpMkLst>
            <pc:docMk/>
            <pc:sldMk cId="0" sldId="285"/>
            <ac:grpSpMk id="37" creationId="{00000000-0000-0000-0000-000000000000}"/>
          </ac:grpSpMkLst>
        </pc:grpChg>
        <pc:graphicFrameChg chg="add del">
          <ac:chgData name="Kim, Cat H" userId="7767e47b-0ad2-44cc-a770-f22a865ee24a" providerId="ADAL" clId="{53CD0745-1605-4E9B-88A7-1DB468AAE67A}" dt="2025-05-03T05:26:04.602" v="3816" actId="478"/>
          <ac:graphicFrameMkLst>
            <pc:docMk/>
            <pc:sldMk cId="0" sldId="285"/>
            <ac:graphicFrameMk id="42" creationId="{A0E5123C-5C74-C670-51ED-A379CF96E49A}"/>
          </ac:graphicFrameMkLst>
        </pc:graphicFrameChg>
        <pc:graphicFrameChg chg="add del mod modGraphic">
          <ac:chgData name="Kim, Cat H" userId="7767e47b-0ad2-44cc-a770-f22a865ee24a" providerId="ADAL" clId="{53CD0745-1605-4E9B-88A7-1DB468AAE67A}" dt="2025-05-03T08:24:06.478" v="5888" actId="478"/>
          <ac:graphicFrameMkLst>
            <pc:docMk/>
            <pc:sldMk cId="0" sldId="285"/>
            <ac:graphicFrameMk id="43" creationId="{824D6F0B-3291-66F7-5EB4-FAEC3D2776D7}"/>
          </ac:graphicFrameMkLst>
        </pc:graphicFrameChg>
        <pc:graphicFrameChg chg="add del mod modGraphic">
          <ac:chgData name="Kim, Cat H" userId="7767e47b-0ad2-44cc-a770-f22a865ee24a" providerId="ADAL" clId="{53CD0745-1605-4E9B-88A7-1DB468AAE67A}" dt="2025-05-03T08:24:10.713" v="5891" actId="478"/>
          <ac:graphicFrameMkLst>
            <pc:docMk/>
            <pc:sldMk cId="0" sldId="285"/>
            <ac:graphicFrameMk id="46" creationId="{3D120FCE-93AE-40B6-43B6-7EE1944F3530}"/>
          </ac:graphicFrameMkLst>
        </pc:graphicFrameChg>
        <pc:graphicFrameChg chg="add del mod modGraphic">
          <ac:chgData name="Kim, Cat H" userId="7767e47b-0ad2-44cc-a770-f22a865ee24a" providerId="ADAL" clId="{53CD0745-1605-4E9B-88A7-1DB468AAE67A}" dt="2025-05-03T08:24:02.563" v="5884" actId="478"/>
          <ac:graphicFrameMkLst>
            <pc:docMk/>
            <pc:sldMk cId="0" sldId="285"/>
            <ac:graphicFrameMk id="48" creationId="{00B48E29-FD3A-0690-6371-301D0EAC5D1D}"/>
          </ac:graphicFrameMkLst>
        </pc:graphicFrameChg>
        <pc:picChg chg="add mod">
          <ac:chgData name="Kim, Cat H" userId="7767e47b-0ad2-44cc-a770-f22a865ee24a" providerId="ADAL" clId="{53CD0745-1605-4E9B-88A7-1DB468AAE67A}" dt="2025-05-03T08:25:01.451" v="5937" actId="1076"/>
          <ac:picMkLst>
            <pc:docMk/>
            <pc:sldMk cId="0" sldId="285"/>
            <ac:picMk id="17" creationId="{4FB41BBB-4F93-FF6A-EEBF-B1A871699422}"/>
          </ac:picMkLst>
        </pc:picChg>
      </pc:sldChg>
      <pc:sldChg chg="addSp delSp modSp add mod">
        <pc:chgData name="Kim, Cat H" userId="7767e47b-0ad2-44cc-a770-f22a865ee24a" providerId="ADAL" clId="{53CD0745-1605-4E9B-88A7-1DB468AAE67A}" dt="2025-05-03T08:03:13.158" v="5544" actId="478"/>
        <pc:sldMkLst>
          <pc:docMk/>
          <pc:sldMk cId="2026315223" sldId="286"/>
        </pc:sldMkLst>
        <pc:spChg chg="del">
          <ac:chgData name="Kim, Cat H" userId="7767e47b-0ad2-44cc-a770-f22a865ee24a" providerId="ADAL" clId="{53CD0745-1605-4E9B-88A7-1DB468AAE67A}" dt="2025-05-03T08:03:10.077" v="5542" actId="478"/>
          <ac:spMkLst>
            <pc:docMk/>
            <pc:sldMk cId="2026315223" sldId="286"/>
            <ac:spMk id="3" creationId="{242A2B2E-1373-07A8-F5C7-A0D5052374C8}"/>
          </ac:spMkLst>
        </pc:spChg>
        <pc:spChg chg="add del mod">
          <ac:chgData name="Kim, Cat H" userId="7767e47b-0ad2-44cc-a770-f22a865ee24a" providerId="ADAL" clId="{53CD0745-1605-4E9B-88A7-1DB468AAE67A}" dt="2025-05-03T08:03:13.158" v="5544" actId="478"/>
          <ac:spMkLst>
            <pc:docMk/>
            <pc:sldMk cId="2026315223" sldId="286"/>
            <ac:spMk id="5" creationId="{E3116DDE-7C0B-50B4-B30D-AADB18E79F83}"/>
          </ac:spMkLst>
        </pc:spChg>
        <pc:spChg chg="add mod">
          <ac:chgData name="Kim, Cat H" userId="7767e47b-0ad2-44cc-a770-f22a865ee24a" providerId="ADAL" clId="{53CD0745-1605-4E9B-88A7-1DB468AAE67A}" dt="2025-05-03T08:03:10.489" v="5543"/>
          <ac:spMkLst>
            <pc:docMk/>
            <pc:sldMk cId="2026315223" sldId="286"/>
            <ac:spMk id="7" creationId="{B43841EB-3987-CB99-687E-B41F8A86B365}"/>
          </ac:spMkLst>
        </pc:spChg>
        <pc:picChg chg="add del mod">
          <ac:chgData name="Kim, Cat H" userId="7767e47b-0ad2-44cc-a770-f22a865ee24a" providerId="ADAL" clId="{53CD0745-1605-4E9B-88A7-1DB468AAE67A}" dt="2025-05-03T06:08:25.271" v="4243" actId="21"/>
          <ac:picMkLst>
            <pc:docMk/>
            <pc:sldMk cId="2026315223" sldId="286"/>
            <ac:picMk id="5" creationId="{B25C7793-510D-698E-5E97-BCACC3970035}"/>
          </ac:picMkLst>
        </pc:picChg>
        <pc:picChg chg="add mod">
          <ac:chgData name="Kim, Cat H" userId="7767e47b-0ad2-44cc-a770-f22a865ee24a" providerId="ADAL" clId="{53CD0745-1605-4E9B-88A7-1DB468AAE67A}" dt="2025-05-03T06:08:29.792" v="4246" actId="1076"/>
          <ac:picMkLst>
            <pc:docMk/>
            <pc:sldMk cId="2026315223" sldId="286"/>
            <ac:picMk id="6" creationId="{B25C7793-510D-698E-5E97-BCACC3970035}"/>
          </ac:picMkLst>
        </pc:picChg>
        <pc:picChg chg="del">
          <ac:chgData name="Kim, Cat H" userId="7767e47b-0ad2-44cc-a770-f22a865ee24a" providerId="ADAL" clId="{53CD0745-1605-4E9B-88A7-1DB468AAE67A}" dt="2025-05-03T06:08:27.106" v="4244" actId="478"/>
          <ac:picMkLst>
            <pc:docMk/>
            <pc:sldMk cId="2026315223" sldId="286"/>
            <ac:picMk id="20" creationId="{1F4E662F-ECCA-4E67-06D1-566980A5F582}"/>
          </ac:picMkLst>
        </pc:picChg>
      </pc:sldChg>
      <pc:sldChg chg="addSp delSp modSp add mod">
        <pc:chgData name="Kim, Cat H" userId="7767e47b-0ad2-44cc-a770-f22a865ee24a" providerId="ADAL" clId="{53CD0745-1605-4E9B-88A7-1DB468AAE67A}" dt="2025-05-03T08:03:44.825" v="5555" actId="1076"/>
        <pc:sldMkLst>
          <pc:docMk/>
          <pc:sldMk cId="3503546402" sldId="287"/>
        </pc:sldMkLst>
        <pc:spChg chg="del">
          <ac:chgData name="Kim, Cat H" userId="7767e47b-0ad2-44cc-a770-f22a865ee24a" providerId="ADAL" clId="{53CD0745-1605-4E9B-88A7-1DB468AAE67A}" dt="2025-05-03T08:03:16.283" v="5545" actId="478"/>
          <ac:spMkLst>
            <pc:docMk/>
            <pc:sldMk cId="3503546402" sldId="287"/>
            <ac:spMk id="3" creationId="{3F1D1F01-29CC-A432-EAAE-E07B5DC2A45C}"/>
          </ac:spMkLst>
        </pc:spChg>
        <pc:spChg chg="add del mod">
          <ac:chgData name="Kim, Cat H" userId="7767e47b-0ad2-44cc-a770-f22a865ee24a" providerId="ADAL" clId="{53CD0745-1605-4E9B-88A7-1DB468AAE67A}" dt="2025-05-03T08:03:19.524" v="5546" actId="478"/>
          <ac:spMkLst>
            <pc:docMk/>
            <pc:sldMk cId="3503546402" sldId="287"/>
            <ac:spMk id="5" creationId="{96D96D98-D371-805E-B553-871EE9511C2F}"/>
          </ac:spMkLst>
        </pc:spChg>
        <pc:spChg chg="add mod">
          <ac:chgData name="Kim, Cat H" userId="7767e47b-0ad2-44cc-a770-f22a865ee24a" providerId="ADAL" clId="{53CD0745-1605-4E9B-88A7-1DB468AAE67A}" dt="2025-05-03T08:03:20.592" v="5547"/>
          <ac:spMkLst>
            <pc:docMk/>
            <pc:sldMk cId="3503546402" sldId="287"/>
            <ac:spMk id="6" creationId="{A419C9F5-26F7-3778-CC75-6D9BDD2F5799}"/>
          </ac:spMkLst>
        </pc:spChg>
        <pc:picChg chg="add del">
          <ac:chgData name="Kim, Cat H" userId="7767e47b-0ad2-44cc-a770-f22a865ee24a" providerId="ADAL" clId="{53CD0745-1605-4E9B-88A7-1DB468AAE67A}" dt="2025-05-03T06:08:54.097" v="4250" actId="22"/>
          <ac:picMkLst>
            <pc:docMk/>
            <pc:sldMk cId="3503546402" sldId="287"/>
            <ac:picMk id="5" creationId="{1781031B-3D24-2161-B705-22A820947B1A}"/>
          </ac:picMkLst>
        </pc:picChg>
        <pc:picChg chg="add del">
          <ac:chgData name="Kim, Cat H" userId="7767e47b-0ad2-44cc-a770-f22a865ee24a" providerId="ADAL" clId="{53CD0745-1605-4E9B-88A7-1DB468AAE67A}" dt="2025-05-03T06:08:59.841" v="4255" actId="478"/>
          <ac:picMkLst>
            <pc:docMk/>
            <pc:sldMk cId="3503546402" sldId="287"/>
            <ac:picMk id="6" creationId="{A8705C3A-A2DA-F065-6A6F-1D84EE1CB774}"/>
          </ac:picMkLst>
        </pc:picChg>
        <pc:picChg chg="add del mod">
          <ac:chgData name="Kim, Cat H" userId="7767e47b-0ad2-44cc-a770-f22a865ee24a" providerId="ADAL" clId="{53CD0745-1605-4E9B-88A7-1DB468AAE67A}" dt="2025-05-03T06:08:58.664" v="4254" actId="21"/>
          <ac:picMkLst>
            <pc:docMk/>
            <pc:sldMk cId="3503546402" sldId="287"/>
            <ac:picMk id="8" creationId="{B2D17EB5-71FE-0D83-1C28-4E5556EC234A}"/>
          </ac:picMkLst>
        </pc:picChg>
        <pc:picChg chg="add mod">
          <ac:chgData name="Kim, Cat H" userId="7767e47b-0ad2-44cc-a770-f22a865ee24a" providerId="ADAL" clId="{53CD0745-1605-4E9B-88A7-1DB468AAE67A}" dt="2025-05-03T08:03:44.825" v="5555" actId="1076"/>
          <ac:picMkLst>
            <pc:docMk/>
            <pc:sldMk cId="3503546402" sldId="287"/>
            <ac:picMk id="9" creationId="{B2D17EB5-71FE-0D83-1C28-4E5556EC234A}"/>
          </ac:picMkLst>
        </pc:picChg>
      </pc:sldChg>
      <pc:sldChg chg="addSp delSp modSp add mod ord">
        <pc:chgData name="Kim, Cat H" userId="7767e47b-0ad2-44cc-a770-f22a865ee24a" providerId="ADAL" clId="{53CD0745-1605-4E9B-88A7-1DB468AAE67A}" dt="2025-05-03T08:03:39.586" v="5554" actId="1076"/>
        <pc:sldMkLst>
          <pc:docMk/>
          <pc:sldMk cId="2914214823" sldId="288"/>
        </pc:sldMkLst>
        <pc:spChg chg="del">
          <ac:chgData name="Kim, Cat H" userId="7767e47b-0ad2-44cc-a770-f22a865ee24a" providerId="ADAL" clId="{53CD0745-1605-4E9B-88A7-1DB468AAE67A}" dt="2025-05-03T08:03:29.198" v="5551" actId="478"/>
          <ac:spMkLst>
            <pc:docMk/>
            <pc:sldMk cId="2914214823" sldId="288"/>
            <ac:spMk id="3" creationId="{4C4DC7D3-D11E-A5A5-FF61-78301C4DE638}"/>
          </ac:spMkLst>
        </pc:spChg>
        <pc:spChg chg="add del mod">
          <ac:chgData name="Kim, Cat H" userId="7767e47b-0ad2-44cc-a770-f22a865ee24a" providerId="ADAL" clId="{53CD0745-1605-4E9B-88A7-1DB468AAE67A}" dt="2025-05-03T08:03:31.676" v="5552" actId="478"/>
          <ac:spMkLst>
            <pc:docMk/>
            <pc:sldMk cId="2914214823" sldId="288"/>
            <ac:spMk id="5" creationId="{65C0EA06-157B-266D-5640-AE1C3B77B8A4}"/>
          </ac:spMkLst>
        </pc:spChg>
        <pc:spChg chg="add mod">
          <ac:chgData name="Kim, Cat H" userId="7767e47b-0ad2-44cc-a770-f22a865ee24a" providerId="ADAL" clId="{53CD0745-1605-4E9B-88A7-1DB468AAE67A}" dt="2025-05-03T08:03:32.751" v="5553"/>
          <ac:spMkLst>
            <pc:docMk/>
            <pc:sldMk cId="2914214823" sldId="288"/>
            <ac:spMk id="7" creationId="{B6D7E4EB-F50D-58E1-DBE3-F7CD2B6D92D6}"/>
          </ac:spMkLst>
        </pc:spChg>
        <pc:picChg chg="add del mod">
          <ac:chgData name="Kim, Cat H" userId="7767e47b-0ad2-44cc-a770-f22a865ee24a" providerId="ADAL" clId="{53CD0745-1605-4E9B-88A7-1DB468AAE67A}" dt="2025-05-03T06:10:24.481" v="4286" actId="21"/>
          <ac:picMkLst>
            <pc:docMk/>
            <pc:sldMk cId="2914214823" sldId="288"/>
            <ac:picMk id="5" creationId="{A91BDA38-E209-7050-C004-AF812163DC53}"/>
          </ac:picMkLst>
        </pc:picChg>
        <pc:picChg chg="add mod">
          <ac:chgData name="Kim, Cat H" userId="7767e47b-0ad2-44cc-a770-f22a865ee24a" providerId="ADAL" clId="{53CD0745-1605-4E9B-88A7-1DB468AAE67A}" dt="2025-05-03T08:03:39.586" v="5554" actId="1076"/>
          <ac:picMkLst>
            <pc:docMk/>
            <pc:sldMk cId="2914214823" sldId="288"/>
            <ac:picMk id="6" creationId="{A91BDA38-E209-7050-C004-AF812163DC53}"/>
          </ac:picMkLst>
        </pc:picChg>
        <pc:picChg chg="del">
          <ac:chgData name="Kim, Cat H" userId="7767e47b-0ad2-44cc-a770-f22a865ee24a" providerId="ADAL" clId="{53CD0745-1605-4E9B-88A7-1DB468AAE67A}" dt="2025-05-03T06:10:26.379" v="4287" actId="478"/>
          <ac:picMkLst>
            <pc:docMk/>
            <pc:sldMk cId="2914214823" sldId="288"/>
            <ac:picMk id="9" creationId="{6E3E0854-2110-1F02-C954-3FCBBBE88F1D}"/>
          </ac:picMkLst>
        </pc:picChg>
      </pc:sldChg>
      <pc:sldChg chg="addSp delSp modSp add mod">
        <pc:chgData name="Kim, Cat H" userId="7767e47b-0ad2-44cc-a770-f22a865ee24a" providerId="ADAL" clId="{53CD0745-1605-4E9B-88A7-1DB468AAE67A}" dt="2025-05-03T08:03:26.592" v="5550"/>
        <pc:sldMkLst>
          <pc:docMk/>
          <pc:sldMk cId="1660064341" sldId="289"/>
        </pc:sldMkLst>
        <pc:spChg chg="del">
          <ac:chgData name="Kim, Cat H" userId="7767e47b-0ad2-44cc-a770-f22a865ee24a" providerId="ADAL" clId="{53CD0745-1605-4E9B-88A7-1DB468AAE67A}" dt="2025-05-03T08:03:24.814" v="5548" actId="478"/>
          <ac:spMkLst>
            <pc:docMk/>
            <pc:sldMk cId="1660064341" sldId="289"/>
            <ac:spMk id="3" creationId="{D27098D8-F446-84E1-6925-6750EDEC0090}"/>
          </ac:spMkLst>
        </pc:spChg>
        <pc:spChg chg="add del mod">
          <ac:chgData name="Kim, Cat H" userId="7767e47b-0ad2-44cc-a770-f22a865ee24a" providerId="ADAL" clId="{53CD0745-1605-4E9B-88A7-1DB468AAE67A}" dt="2025-05-03T08:03:25.673" v="5549" actId="478"/>
          <ac:spMkLst>
            <pc:docMk/>
            <pc:sldMk cId="1660064341" sldId="289"/>
            <ac:spMk id="5" creationId="{A1FAECF4-DEBC-0047-0489-AA30A0D25EAD}"/>
          </ac:spMkLst>
        </pc:spChg>
        <pc:spChg chg="add mod">
          <ac:chgData name="Kim, Cat H" userId="7767e47b-0ad2-44cc-a770-f22a865ee24a" providerId="ADAL" clId="{53CD0745-1605-4E9B-88A7-1DB468AAE67A}" dt="2025-05-03T08:03:26.592" v="5550"/>
          <ac:spMkLst>
            <pc:docMk/>
            <pc:sldMk cId="1660064341" sldId="289"/>
            <ac:spMk id="6" creationId="{F2DED538-F29A-EDB1-9DD8-1EAFE73D6393}"/>
          </ac:spMkLst>
        </pc:spChg>
        <pc:picChg chg="add mod">
          <ac:chgData name="Kim, Cat H" userId="7767e47b-0ad2-44cc-a770-f22a865ee24a" providerId="ADAL" clId="{53CD0745-1605-4E9B-88A7-1DB468AAE67A}" dt="2025-05-03T06:09:36.055" v="4276"/>
          <ac:picMkLst>
            <pc:docMk/>
            <pc:sldMk cId="1660064341" sldId="289"/>
            <ac:picMk id="4" creationId="{DA047382-F4F3-B7FB-D55F-58EB2BA2C1BA}"/>
          </ac:picMkLst>
        </pc:picChg>
        <pc:picChg chg="add del mod">
          <ac:chgData name="Kim, Cat H" userId="7767e47b-0ad2-44cc-a770-f22a865ee24a" providerId="ADAL" clId="{53CD0745-1605-4E9B-88A7-1DB468AAE67A}" dt="2025-05-03T06:09:52.962" v="4279" actId="21"/>
          <ac:picMkLst>
            <pc:docMk/>
            <pc:sldMk cId="1660064341" sldId="289"/>
            <ac:picMk id="6" creationId="{FB2A314C-1202-AA86-8363-143B1125CB18}"/>
          </ac:picMkLst>
        </pc:picChg>
        <pc:picChg chg="add mod">
          <ac:chgData name="Kim, Cat H" userId="7767e47b-0ad2-44cc-a770-f22a865ee24a" providerId="ADAL" clId="{53CD0745-1605-4E9B-88A7-1DB468AAE67A}" dt="2025-05-03T06:09:54.570" v="4281"/>
          <ac:picMkLst>
            <pc:docMk/>
            <pc:sldMk cId="1660064341" sldId="289"/>
            <ac:picMk id="7" creationId="{FB2A314C-1202-AA86-8363-143B1125CB18}"/>
          </ac:picMkLst>
        </pc:picChg>
        <pc:picChg chg="del">
          <ac:chgData name="Kim, Cat H" userId="7767e47b-0ad2-44cc-a770-f22a865ee24a" providerId="ADAL" clId="{53CD0745-1605-4E9B-88A7-1DB468AAE67A}" dt="2025-05-03T06:09:54.317" v="4280" actId="478"/>
          <ac:picMkLst>
            <pc:docMk/>
            <pc:sldMk cId="1660064341" sldId="289"/>
            <ac:picMk id="9" creationId="{9F83D41A-A915-E16A-D6EA-48431D7CC46D}"/>
          </ac:picMkLst>
        </pc:picChg>
      </pc:sldChg>
      <pc:sldChg chg="addSp delSp modSp new mod">
        <pc:chgData name="Kim, Cat H" userId="7767e47b-0ad2-44cc-a770-f22a865ee24a" providerId="ADAL" clId="{53CD0745-1605-4E9B-88A7-1DB468AAE67A}" dt="2025-05-03T08:40:25.066" v="6263" actId="1076"/>
        <pc:sldMkLst>
          <pc:docMk/>
          <pc:sldMk cId="2923218265" sldId="290"/>
        </pc:sldMkLst>
        <pc:spChg chg="mod">
          <ac:chgData name="Kim, Cat H" userId="7767e47b-0ad2-44cc-a770-f22a865ee24a" providerId="ADAL" clId="{53CD0745-1605-4E9B-88A7-1DB468AAE67A}" dt="2025-05-03T07:54:40.324" v="5386" actId="20577"/>
          <ac:spMkLst>
            <pc:docMk/>
            <pc:sldMk cId="2923218265" sldId="290"/>
            <ac:spMk id="2" creationId="{477222B3-DA1F-190F-4139-149B5F43A88E}"/>
          </ac:spMkLst>
        </pc:spChg>
        <pc:spChg chg="del mod">
          <ac:chgData name="Kim, Cat H" userId="7767e47b-0ad2-44cc-a770-f22a865ee24a" providerId="ADAL" clId="{53CD0745-1605-4E9B-88A7-1DB468AAE67A}" dt="2025-05-03T08:27:51.923" v="5991" actId="478"/>
          <ac:spMkLst>
            <pc:docMk/>
            <pc:sldMk cId="2923218265" sldId="290"/>
            <ac:spMk id="3" creationId="{C0D89F36-AB1D-1C82-615E-ABE48554E74B}"/>
          </ac:spMkLst>
        </pc:spChg>
        <pc:spChg chg="add del mod">
          <ac:chgData name="Kim, Cat H" userId="7767e47b-0ad2-44cc-a770-f22a865ee24a" providerId="ADAL" clId="{53CD0745-1605-4E9B-88A7-1DB468AAE67A}" dt="2025-05-03T08:01:52.855" v="5523" actId="478"/>
          <ac:spMkLst>
            <pc:docMk/>
            <pc:sldMk cId="2923218265" sldId="290"/>
            <ac:spMk id="5" creationId="{6BCEE63A-E8A2-93BD-E711-9A73104654C5}"/>
          </ac:spMkLst>
        </pc:spChg>
        <pc:spChg chg="add del mod">
          <ac:chgData name="Kim, Cat H" userId="7767e47b-0ad2-44cc-a770-f22a865ee24a" providerId="ADAL" clId="{53CD0745-1605-4E9B-88A7-1DB468AAE67A}" dt="2025-05-03T07:59:52.761" v="5442" actId="478"/>
          <ac:spMkLst>
            <pc:docMk/>
            <pc:sldMk cId="2923218265" sldId="290"/>
            <ac:spMk id="6" creationId="{B3265FD7-BB71-B7F0-30C6-1E3C91F5DC67}"/>
          </ac:spMkLst>
        </pc:spChg>
        <pc:spChg chg="add mod">
          <ac:chgData name="Kim, Cat H" userId="7767e47b-0ad2-44cc-a770-f22a865ee24a" providerId="ADAL" clId="{53CD0745-1605-4E9B-88A7-1DB468AAE67A}" dt="2025-05-03T07:58:57.260" v="5422"/>
          <ac:spMkLst>
            <pc:docMk/>
            <pc:sldMk cId="2923218265" sldId="290"/>
            <ac:spMk id="22" creationId="{3D5BEC07-CC58-9C6C-0DBE-2CE9A0094540}"/>
          </ac:spMkLst>
        </pc:spChg>
        <pc:spChg chg="add mod">
          <ac:chgData name="Kim, Cat H" userId="7767e47b-0ad2-44cc-a770-f22a865ee24a" providerId="ADAL" clId="{53CD0745-1605-4E9B-88A7-1DB468AAE67A}" dt="2025-05-03T07:58:57.260" v="5422"/>
          <ac:spMkLst>
            <pc:docMk/>
            <pc:sldMk cId="2923218265" sldId="290"/>
            <ac:spMk id="23" creationId="{639B4310-736C-B601-A1D4-2ECFB07E9CD1}"/>
          </ac:spMkLst>
        </pc:spChg>
        <pc:spChg chg="add mod">
          <ac:chgData name="Kim, Cat H" userId="7767e47b-0ad2-44cc-a770-f22a865ee24a" providerId="ADAL" clId="{53CD0745-1605-4E9B-88A7-1DB468AAE67A}" dt="2025-05-03T07:58:57.260" v="5422"/>
          <ac:spMkLst>
            <pc:docMk/>
            <pc:sldMk cId="2923218265" sldId="290"/>
            <ac:spMk id="24" creationId="{E55C1ECC-F862-F0A9-381A-721B44C0CA38}"/>
          </ac:spMkLst>
        </pc:spChg>
        <pc:spChg chg="add mod">
          <ac:chgData name="Kim, Cat H" userId="7767e47b-0ad2-44cc-a770-f22a865ee24a" providerId="ADAL" clId="{53CD0745-1605-4E9B-88A7-1DB468AAE67A}" dt="2025-05-03T07:58:57.260" v="5422"/>
          <ac:spMkLst>
            <pc:docMk/>
            <pc:sldMk cId="2923218265" sldId="290"/>
            <ac:spMk id="25" creationId="{51326BB9-3D18-A173-479C-2740D696ED5E}"/>
          </ac:spMkLst>
        </pc:spChg>
        <pc:spChg chg="add mod">
          <ac:chgData name="Kim, Cat H" userId="7767e47b-0ad2-44cc-a770-f22a865ee24a" providerId="ADAL" clId="{53CD0745-1605-4E9B-88A7-1DB468AAE67A}" dt="2025-05-03T07:58:57.260" v="5422"/>
          <ac:spMkLst>
            <pc:docMk/>
            <pc:sldMk cId="2923218265" sldId="290"/>
            <ac:spMk id="26" creationId="{BB74DE48-E57F-05B3-DA37-5AA2CADD6B46}"/>
          </ac:spMkLst>
        </pc:spChg>
        <pc:spChg chg="add mod">
          <ac:chgData name="Kim, Cat H" userId="7767e47b-0ad2-44cc-a770-f22a865ee24a" providerId="ADAL" clId="{53CD0745-1605-4E9B-88A7-1DB468AAE67A}" dt="2025-05-03T07:58:57.260" v="5422"/>
          <ac:spMkLst>
            <pc:docMk/>
            <pc:sldMk cId="2923218265" sldId="290"/>
            <ac:spMk id="27" creationId="{59826D8E-68E4-CC2D-6C7A-C56DF9DE1673}"/>
          </ac:spMkLst>
        </pc:spChg>
        <pc:spChg chg="add mod">
          <ac:chgData name="Kim, Cat H" userId="7767e47b-0ad2-44cc-a770-f22a865ee24a" providerId="ADAL" clId="{53CD0745-1605-4E9B-88A7-1DB468AAE67A}" dt="2025-05-03T07:58:57.260" v="5422"/>
          <ac:spMkLst>
            <pc:docMk/>
            <pc:sldMk cId="2923218265" sldId="290"/>
            <ac:spMk id="28" creationId="{D686403B-0E13-7465-D456-5C9AEAE55D9E}"/>
          </ac:spMkLst>
        </pc:spChg>
        <pc:spChg chg="add mod">
          <ac:chgData name="Kim, Cat H" userId="7767e47b-0ad2-44cc-a770-f22a865ee24a" providerId="ADAL" clId="{53CD0745-1605-4E9B-88A7-1DB468AAE67A}" dt="2025-05-03T07:58:57.260" v="5422"/>
          <ac:spMkLst>
            <pc:docMk/>
            <pc:sldMk cId="2923218265" sldId="290"/>
            <ac:spMk id="30" creationId="{F57DF151-BDA2-2EDF-9BD8-7A9D73BFC304}"/>
          </ac:spMkLst>
        </pc:spChg>
        <pc:spChg chg="add mod">
          <ac:chgData name="Kim, Cat H" userId="7767e47b-0ad2-44cc-a770-f22a865ee24a" providerId="ADAL" clId="{53CD0745-1605-4E9B-88A7-1DB468AAE67A}" dt="2025-05-03T08:10:17.052" v="5822" actId="14100"/>
          <ac:spMkLst>
            <pc:docMk/>
            <pc:sldMk cId="2923218265" sldId="290"/>
            <ac:spMk id="31" creationId="{CFE8F23E-1412-C2DD-1188-0D10D5E7CE06}"/>
          </ac:spMkLst>
        </pc:spChg>
        <pc:spChg chg="mod">
          <ac:chgData name="Kim, Cat H" userId="7767e47b-0ad2-44cc-a770-f22a865ee24a" providerId="ADAL" clId="{53CD0745-1605-4E9B-88A7-1DB468AAE67A}" dt="2025-05-03T08:10:27.285" v="5827" actId="14100"/>
          <ac:spMkLst>
            <pc:docMk/>
            <pc:sldMk cId="2923218265" sldId="290"/>
            <ac:spMk id="32" creationId="{AB12BB73-4699-00A1-BBD8-897C8614F7F5}"/>
          </ac:spMkLst>
        </pc:spChg>
        <pc:spChg chg="add mod">
          <ac:chgData name="Kim, Cat H" userId="7767e47b-0ad2-44cc-a770-f22a865ee24a" providerId="ADAL" clId="{53CD0745-1605-4E9B-88A7-1DB468AAE67A}" dt="2025-05-03T08:10:23.116" v="5825" actId="14100"/>
          <ac:spMkLst>
            <pc:docMk/>
            <pc:sldMk cId="2923218265" sldId="290"/>
            <ac:spMk id="33" creationId="{B3EB2324-D742-9DCD-D584-96692FF0A08D}"/>
          </ac:spMkLst>
        </pc:spChg>
        <pc:spChg chg="add">
          <ac:chgData name="Kim, Cat H" userId="7767e47b-0ad2-44cc-a770-f22a865ee24a" providerId="ADAL" clId="{53CD0745-1605-4E9B-88A7-1DB468AAE67A}" dt="2025-05-03T08:04:15.258" v="5556"/>
          <ac:spMkLst>
            <pc:docMk/>
            <pc:sldMk cId="2923218265" sldId="290"/>
            <ac:spMk id="35" creationId="{49451E19-1D2C-5631-55B1-939DCC7BD575}"/>
          </ac:spMkLst>
        </pc:spChg>
        <pc:spChg chg="add mod">
          <ac:chgData name="Kim, Cat H" userId="7767e47b-0ad2-44cc-a770-f22a865ee24a" providerId="ADAL" clId="{53CD0745-1605-4E9B-88A7-1DB468AAE67A}" dt="2025-05-03T08:11:01.258" v="5838" actId="14100"/>
          <ac:spMkLst>
            <pc:docMk/>
            <pc:sldMk cId="2923218265" sldId="290"/>
            <ac:spMk id="37" creationId="{3BC1FE34-384C-FFA1-E197-7A712A8F04D2}"/>
          </ac:spMkLst>
        </pc:spChg>
        <pc:spChg chg="add mod">
          <ac:chgData name="Kim, Cat H" userId="7767e47b-0ad2-44cc-a770-f22a865ee24a" providerId="ADAL" clId="{53CD0745-1605-4E9B-88A7-1DB468AAE67A}" dt="2025-05-03T08:38:40.731" v="6242" actId="1076"/>
          <ac:spMkLst>
            <pc:docMk/>
            <pc:sldMk cId="2923218265" sldId="290"/>
            <ac:spMk id="38" creationId="{3DA0E88F-D74E-7E54-7406-2D59DC60FACA}"/>
          </ac:spMkLst>
        </pc:spChg>
        <pc:spChg chg="add mod">
          <ac:chgData name="Kim, Cat H" userId="7767e47b-0ad2-44cc-a770-f22a865ee24a" providerId="ADAL" clId="{53CD0745-1605-4E9B-88A7-1DB468AAE67A}" dt="2025-05-03T08:38:40.731" v="6242" actId="1076"/>
          <ac:spMkLst>
            <pc:docMk/>
            <pc:sldMk cId="2923218265" sldId="290"/>
            <ac:spMk id="39" creationId="{7BE9BFC3-73B8-C959-F361-64DAF6C23FCB}"/>
          </ac:spMkLst>
        </pc:spChg>
        <pc:spChg chg="add mod">
          <ac:chgData name="Kim, Cat H" userId="7767e47b-0ad2-44cc-a770-f22a865ee24a" providerId="ADAL" clId="{53CD0745-1605-4E9B-88A7-1DB468AAE67A}" dt="2025-05-03T08:38:47.533" v="6243" actId="1076"/>
          <ac:spMkLst>
            <pc:docMk/>
            <pc:sldMk cId="2923218265" sldId="290"/>
            <ac:spMk id="40" creationId="{10A813C8-2AB9-EABA-50A9-380767DC5C40}"/>
          </ac:spMkLst>
        </pc:spChg>
        <pc:spChg chg="add del">
          <ac:chgData name="Kim, Cat H" userId="7767e47b-0ad2-44cc-a770-f22a865ee24a" providerId="ADAL" clId="{53CD0745-1605-4E9B-88A7-1DB468AAE67A}" dt="2025-05-03T08:26:54.270" v="5962" actId="478"/>
          <ac:spMkLst>
            <pc:docMk/>
            <pc:sldMk cId="2923218265" sldId="290"/>
            <ac:spMk id="41" creationId="{7DAA6E65-D849-235D-FC84-BD7AFD9099D7}"/>
          </ac:spMkLst>
        </pc:spChg>
        <pc:spChg chg="add mod">
          <ac:chgData name="Kim, Cat H" userId="7767e47b-0ad2-44cc-a770-f22a865ee24a" providerId="ADAL" clId="{53CD0745-1605-4E9B-88A7-1DB468AAE67A}" dt="2025-05-03T08:26:59.619" v="5965" actId="1076"/>
          <ac:spMkLst>
            <pc:docMk/>
            <pc:sldMk cId="2923218265" sldId="290"/>
            <ac:spMk id="42" creationId="{42ABCF98-784F-DE15-B428-E3FBB20BCB52}"/>
          </ac:spMkLst>
        </pc:spChg>
        <pc:spChg chg="add mod">
          <ac:chgData name="Kim, Cat H" userId="7767e47b-0ad2-44cc-a770-f22a865ee24a" providerId="ADAL" clId="{53CD0745-1605-4E9B-88A7-1DB468AAE67A}" dt="2025-05-03T08:38:47.533" v="6243" actId="1076"/>
          <ac:spMkLst>
            <pc:docMk/>
            <pc:sldMk cId="2923218265" sldId="290"/>
            <ac:spMk id="43" creationId="{AE606F6E-8A92-BC3E-42E9-F9D21E537DAF}"/>
          </ac:spMkLst>
        </pc:spChg>
        <pc:spChg chg="add del mod">
          <ac:chgData name="Kim, Cat H" userId="7767e47b-0ad2-44cc-a770-f22a865ee24a" providerId="ADAL" clId="{53CD0745-1605-4E9B-88A7-1DB468AAE67A}" dt="2025-05-03T08:27:54.393" v="5992" actId="478"/>
          <ac:spMkLst>
            <pc:docMk/>
            <pc:sldMk cId="2923218265" sldId="290"/>
            <ac:spMk id="45" creationId="{E994CA20-78B9-F629-C73B-F484942B73C3}"/>
          </ac:spMkLst>
        </pc:spChg>
        <pc:grpChg chg="mod">
          <ac:chgData name="Kim, Cat H" userId="7767e47b-0ad2-44cc-a770-f22a865ee24a" providerId="ADAL" clId="{53CD0745-1605-4E9B-88A7-1DB468AAE67A}" dt="2025-05-03T07:59:02.658" v="5424" actId="164"/>
          <ac:grpSpMkLst>
            <pc:docMk/>
            <pc:sldMk cId="2923218265" sldId="290"/>
            <ac:grpSpMk id="7" creationId="{64861A2F-F959-0B84-C83D-5D9C360A6AF4}"/>
          </ac:grpSpMkLst>
        </pc:grpChg>
        <pc:grpChg chg="mod">
          <ac:chgData name="Kim, Cat H" userId="7767e47b-0ad2-44cc-a770-f22a865ee24a" providerId="ADAL" clId="{53CD0745-1605-4E9B-88A7-1DB468AAE67A}" dt="2025-05-03T07:59:02.658" v="5424" actId="164"/>
          <ac:grpSpMkLst>
            <pc:docMk/>
            <pc:sldMk cId="2923218265" sldId="290"/>
            <ac:grpSpMk id="8" creationId="{C0CC5B66-EDB3-93E0-FEB0-8E5E56615659}"/>
          </ac:grpSpMkLst>
        </pc:grpChg>
        <pc:grpChg chg="mod">
          <ac:chgData name="Kim, Cat H" userId="7767e47b-0ad2-44cc-a770-f22a865ee24a" providerId="ADAL" clId="{53CD0745-1605-4E9B-88A7-1DB468AAE67A}" dt="2025-05-03T07:59:02.658" v="5424" actId="164"/>
          <ac:grpSpMkLst>
            <pc:docMk/>
            <pc:sldMk cId="2923218265" sldId="290"/>
            <ac:grpSpMk id="9" creationId="{089CA026-CADC-CE56-3F18-E959E477424B}"/>
          </ac:grpSpMkLst>
        </pc:grpChg>
        <pc:grpChg chg="mod">
          <ac:chgData name="Kim, Cat H" userId="7767e47b-0ad2-44cc-a770-f22a865ee24a" providerId="ADAL" clId="{53CD0745-1605-4E9B-88A7-1DB468AAE67A}" dt="2025-05-03T07:59:02.658" v="5424" actId="164"/>
          <ac:grpSpMkLst>
            <pc:docMk/>
            <pc:sldMk cId="2923218265" sldId="290"/>
            <ac:grpSpMk id="10" creationId="{4E234311-4B70-ADFF-7EFE-0BAC1872C6C9}"/>
          </ac:grpSpMkLst>
        </pc:grpChg>
        <pc:grpChg chg="mod">
          <ac:chgData name="Kim, Cat H" userId="7767e47b-0ad2-44cc-a770-f22a865ee24a" providerId="ADAL" clId="{53CD0745-1605-4E9B-88A7-1DB468AAE67A}" dt="2025-05-03T07:59:02.658" v="5424" actId="164"/>
          <ac:grpSpMkLst>
            <pc:docMk/>
            <pc:sldMk cId="2923218265" sldId="290"/>
            <ac:grpSpMk id="11" creationId="{C3ACDD88-F186-1F7A-0E58-52E01B588A38}"/>
          </ac:grpSpMkLst>
        </pc:grpChg>
        <pc:grpChg chg="mod">
          <ac:chgData name="Kim, Cat H" userId="7767e47b-0ad2-44cc-a770-f22a865ee24a" providerId="ADAL" clId="{53CD0745-1605-4E9B-88A7-1DB468AAE67A}" dt="2025-05-03T07:59:02.658" v="5424" actId="164"/>
          <ac:grpSpMkLst>
            <pc:docMk/>
            <pc:sldMk cId="2923218265" sldId="290"/>
            <ac:grpSpMk id="12" creationId="{B2A77119-0FCE-D630-6626-E22CB02A4239}"/>
          </ac:grpSpMkLst>
        </pc:grpChg>
        <pc:grpChg chg="mod">
          <ac:chgData name="Kim, Cat H" userId="7767e47b-0ad2-44cc-a770-f22a865ee24a" providerId="ADAL" clId="{53CD0745-1605-4E9B-88A7-1DB468AAE67A}" dt="2025-05-03T07:59:02.658" v="5424" actId="164"/>
          <ac:grpSpMkLst>
            <pc:docMk/>
            <pc:sldMk cId="2923218265" sldId="290"/>
            <ac:grpSpMk id="13" creationId="{08E64E65-A23E-A1F6-E171-D6C905D8EFF0}"/>
          </ac:grpSpMkLst>
        </pc:grpChg>
        <pc:grpChg chg="mod">
          <ac:chgData name="Kim, Cat H" userId="7767e47b-0ad2-44cc-a770-f22a865ee24a" providerId="ADAL" clId="{53CD0745-1605-4E9B-88A7-1DB468AAE67A}" dt="2025-05-03T07:59:02.658" v="5424" actId="164"/>
          <ac:grpSpMkLst>
            <pc:docMk/>
            <pc:sldMk cId="2923218265" sldId="290"/>
            <ac:grpSpMk id="14" creationId="{ED9EFCCC-12AD-44EC-E3E9-568DB30A99E6}"/>
          </ac:grpSpMkLst>
        </pc:grpChg>
        <pc:grpChg chg="mod">
          <ac:chgData name="Kim, Cat H" userId="7767e47b-0ad2-44cc-a770-f22a865ee24a" providerId="ADAL" clId="{53CD0745-1605-4E9B-88A7-1DB468AAE67A}" dt="2025-05-03T07:59:02.658" v="5424" actId="164"/>
          <ac:grpSpMkLst>
            <pc:docMk/>
            <pc:sldMk cId="2923218265" sldId="290"/>
            <ac:grpSpMk id="15" creationId="{AE4A3883-779A-3053-62E9-2A2FCDBA2F65}"/>
          </ac:grpSpMkLst>
        </pc:grpChg>
        <pc:grpChg chg="add mod">
          <ac:chgData name="Kim, Cat H" userId="7767e47b-0ad2-44cc-a770-f22a865ee24a" providerId="ADAL" clId="{53CD0745-1605-4E9B-88A7-1DB468AAE67A}" dt="2025-05-03T08:29:22.594" v="6015" actId="1076"/>
          <ac:grpSpMkLst>
            <pc:docMk/>
            <pc:sldMk cId="2923218265" sldId="290"/>
            <ac:grpSpMk id="34" creationId="{A494E239-2412-F62F-7332-96551A0ECB8C}"/>
          </ac:grpSpMkLst>
        </pc:grpChg>
        <pc:graphicFrameChg chg="add mod">
          <ac:chgData name="Kim, Cat H" userId="7767e47b-0ad2-44cc-a770-f22a865ee24a" providerId="ADAL" clId="{53CD0745-1605-4E9B-88A7-1DB468AAE67A}" dt="2025-05-03T08:38:47.533" v="6243" actId="1076"/>
          <ac:graphicFrameMkLst>
            <pc:docMk/>
            <pc:sldMk cId="2923218265" sldId="290"/>
            <ac:graphicFrameMk id="4" creationId="{0FF91CC5-06F9-2E41-55EF-D4067BBF297A}"/>
          </ac:graphicFrameMkLst>
        </pc:graphicFrameChg>
        <pc:picChg chg="add del mod modCrop">
          <ac:chgData name="Kim, Cat H" userId="7767e47b-0ad2-44cc-a770-f22a865ee24a" providerId="ADAL" clId="{53CD0745-1605-4E9B-88A7-1DB468AAE67A}" dt="2025-05-03T08:40:06.617" v="6256" actId="21"/>
          <ac:picMkLst>
            <pc:docMk/>
            <pc:sldMk cId="2923218265" sldId="290"/>
            <ac:picMk id="46" creationId="{C69DC585-5216-8FFE-71B5-1EF64E2067CF}"/>
          </ac:picMkLst>
        </pc:picChg>
        <pc:picChg chg="add mod modCrop">
          <ac:chgData name="Kim, Cat H" userId="7767e47b-0ad2-44cc-a770-f22a865ee24a" providerId="ADAL" clId="{53CD0745-1605-4E9B-88A7-1DB468AAE67A}" dt="2025-05-03T08:40:15.760" v="6260" actId="1076"/>
          <ac:picMkLst>
            <pc:docMk/>
            <pc:sldMk cId="2923218265" sldId="290"/>
            <ac:picMk id="47" creationId="{625E9C3C-C01C-52CC-F5E9-9B0C9C1E5E41}"/>
          </ac:picMkLst>
        </pc:picChg>
        <pc:picChg chg="add mod">
          <ac:chgData name="Kim, Cat H" userId="7767e47b-0ad2-44cc-a770-f22a865ee24a" providerId="ADAL" clId="{53CD0745-1605-4E9B-88A7-1DB468AAE67A}" dt="2025-05-03T08:40:25.066" v="6263" actId="1076"/>
          <ac:picMkLst>
            <pc:docMk/>
            <pc:sldMk cId="2923218265" sldId="290"/>
            <ac:picMk id="48" creationId="{C69DC585-5216-8FFE-71B5-1EF64E2067CF}"/>
          </ac:picMkLst>
        </pc:picChg>
      </pc:sldChg>
      <pc:sldChg chg="modSp new del mod">
        <pc:chgData name="Kim, Cat H" userId="7767e47b-0ad2-44cc-a770-f22a865ee24a" providerId="ADAL" clId="{53CD0745-1605-4E9B-88A7-1DB468AAE67A}" dt="2025-05-03T08:29:27.891" v="6016" actId="2696"/>
        <pc:sldMkLst>
          <pc:docMk/>
          <pc:sldMk cId="1865321311" sldId="291"/>
        </pc:sldMkLst>
        <pc:spChg chg="mod">
          <ac:chgData name="Kim, Cat H" userId="7767e47b-0ad2-44cc-a770-f22a865ee24a" providerId="ADAL" clId="{53CD0745-1605-4E9B-88A7-1DB468AAE67A}" dt="2025-05-03T07:54:50.453" v="5402" actId="113"/>
          <ac:spMkLst>
            <pc:docMk/>
            <pc:sldMk cId="1865321311" sldId="291"/>
            <ac:spMk id="2" creationId="{82429623-8F25-C11D-2FC7-1C781FAD8D7C}"/>
          </ac:spMkLst>
        </pc:spChg>
      </pc:sldChg>
      <pc:sldChg chg="delSp modSp add mod ord">
        <pc:chgData name="Kim, Cat H" userId="7767e47b-0ad2-44cc-a770-f22a865ee24a" providerId="ADAL" clId="{53CD0745-1605-4E9B-88A7-1DB468AAE67A}" dt="2025-05-03T08:02:37.040" v="5532"/>
        <pc:sldMkLst>
          <pc:docMk/>
          <pc:sldMk cId="349552089" sldId="292"/>
        </pc:sldMkLst>
        <pc:spChg chg="mod">
          <ac:chgData name="Kim, Cat H" userId="7767e47b-0ad2-44cc-a770-f22a865ee24a" providerId="ADAL" clId="{53CD0745-1605-4E9B-88A7-1DB468AAE67A}" dt="2025-05-03T08:02:33.832" v="5530" actId="20577"/>
          <ac:spMkLst>
            <pc:docMk/>
            <pc:sldMk cId="349552089" sldId="292"/>
            <ac:spMk id="3" creationId="{2A554FBD-4D26-7C4E-9D11-332A28905648}"/>
          </ac:spMkLst>
        </pc:spChg>
        <pc:spChg chg="mod">
          <ac:chgData name="Kim, Cat H" userId="7767e47b-0ad2-44cc-a770-f22a865ee24a" providerId="ADAL" clId="{53CD0745-1605-4E9B-88A7-1DB468AAE67A}" dt="2025-05-03T08:02:30.791" v="5528" actId="1076"/>
          <ac:spMkLst>
            <pc:docMk/>
            <pc:sldMk cId="349552089" sldId="292"/>
            <ac:spMk id="22" creationId="{9B5301C5-AE67-3E97-94A7-F219B9739EC0}"/>
          </ac:spMkLst>
        </pc:spChg>
        <pc:spChg chg="mod">
          <ac:chgData name="Kim, Cat H" userId="7767e47b-0ad2-44cc-a770-f22a865ee24a" providerId="ADAL" clId="{53CD0745-1605-4E9B-88A7-1DB468AAE67A}" dt="2025-05-03T08:02:30.791" v="5528" actId="1076"/>
          <ac:spMkLst>
            <pc:docMk/>
            <pc:sldMk cId="349552089" sldId="292"/>
            <ac:spMk id="23" creationId="{1BF1B38C-5E6B-088D-4D35-5280BDC3F8DF}"/>
          </ac:spMkLst>
        </pc:spChg>
        <pc:spChg chg="mod">
          <ac:chgData name="Kim, Cat H" userId="7767e47b-0ad2-44cc-a770-f22a865ee24a" providerId="ADAL" clId="{53CD0745-1605-4E9B-88A7-1DB468AAE67A}" dt="2025-05-03T08:02:30.791" v="5528" actId="1076"/>
          <ac:spMkLst>
            <pc:docMk/>
            <pc:sldMk cId="349552089" sldId="292"/>
            <ac:spMk id="24" creationId="{6F59CCC5-6EBF-79EC-B857-CF5D76908859}"/>
          </ac:spMkLst>
        </pc:spChg>
        <pc:picChg chg="mod">
          <ac:chgData name="Kim, Cat H" userId="7767e47b-0ad2-44cc-a770-f22a865ee24a" providerId="ADAL" clId="{53CD0745-1605-4E9B-88A7-1DB468AAE67A}" dt="2025-05-03T08:02:30.791" v="5528" actId="1076"/>
          <ac:picMkLst>
            <pc:docMk/>
            <pc:sldMk cId="349552089" sldId="292"/>
            <ac:picMk id="19" creationId="{55050FE2-2488-0BAA-E898-F729ABEAB5D7}"/>
          </ac:picMkLst>
        </pc:picChg>
        <pc:picChg chg="mod">
          <ac:chgData name="Kim, Cat H" userId="7767e47b-0ad2-44cc-a770-f22a865ee24a" providerId="ADAL" clId="{53CD0745-1605-4E9B-88A7-1DB468AAE67A}" dt="2025-05-03T08:02:30.791" v="5528" actId="1076"/>
          <ac:picMkLst>
            <pc:docMk/>
            <pc:sldMk cId="349552089" sldId="292"/>
            <ac:picMk id="21" creationId="{C5FB18D6-12FD-3680-A816-53B9504C25F1}"/>
          </ac:picMkLst>
        </pc:picChg>
        <pc:picChg chg="del">
          <ac:chgData name="Kim, Cat H" userId="7767e47b-0ad2-44cc-a770-f22a865ee24a" providerId="ADAL" clId="{53CD0745-1605-4E9B-88A7-1DB468AAE67A}" dt="2025-05-03T08:02:22.529" v="5525" actId="478"/>
          <ac:picMkLst>
            <pc:docMk/>
            <pc:sldMk cId="349552089" sldId="292"/>
            <ac:picMk id="26" creationId="{A8C4EB20-0A8A-D686-CBA1-A10DEFCD6BE6}"/>
          </ac:picMkLst>
        </pc:picChg>
      </pc:sldChg>
      <pc:sldChg chg="delSp add mod">
        <pc:chgData name="Kim, Cat H" userId="7767e47b-0ad2-44cc-a770-f22a865ee24a" providerId="ADAL" clId="{53CD0745-1605-4E9B-88A7-1DB468AAE67A}" dt="2025-05-03T08:24:37.560" v="5899" actId="478"/>
        <pc:sldMkLst>
          <pc:docMk/>
          <pc:sldMk cId="2514181129" sldId="293"/>
        </pc:sldMkLst>
        <pc:spChg chg="del">
          <ac:chgData name="Kim, Cat H" userId="7767e47b-0ad2-44cc-a770-f22a865ee24a" providerId="ADAL" clId="{53CD0745-1605-4E9B-88A7-1DB468AAE67A}" dt="2025-05-03T08:24:37.560" v="5899" actId="478"/>
          <ac:spMkLst>
            <pc:docMk/>
            <pc:sldMk cId="2514181129" sldId="293"/>
            <ac:spMk id="40" creationId="{0F3AB371-DF24-A808-84A4-2F670719E60C}"/>
          </ac:spMkLst>
        </pc:spChg>
      </pc:sldChg>
      <pc:sldChg chg="addSp delSp modSp new mod">
        <pc:chgData name="Kim, Cat H" userId="7767e47b-0ad2-44cc-a770-f22a865ee24a" providerId="ADAL" clId="{53CD0745-1605-4E9B-88A7-1DB468AAE67A}" dt="2025-05-03T08:44:20.705" v="6292" actId="962"/>
        <pc:sldMkLst>
          <pc:docMk/>
          <pc:sldMk cId="358809953" sldId="294"/>
        </pc:sldMkLst>
        <pc:spChg chg="mod">
          <ac:chgData name="Kim, Cat H" userId="7767e47b-0ad2-44cc-a770-f22a865ee24a" providerId="ADAL" clId="{53CD0745-1605-4E9B-88A7-1DB468AAE67A}" dt="2025-05-03T08:41:30.101" v="6289" actId="20577"/>
          <ac:spMkLst>
            <pc:docMk/>
            <pc:sldMk cId="358809953" sldId="294"/>
            <ac:spMk id="2" creationId="{362B1157-0B0D-F076-64B7-F0192A265087}"/>
          </ac:spMkLst>
        </pc:spChg>
        <pc:spChg chg="del">
          <ac:chgData name="Kim, Cat H" userId="7767e47b-0ad2-44cc-a770-f22a865ee24a" providerId="ADAL" clId="{53CD0745-1605-4E9B-88A7-1DB468AAE67A}" dt="2025-05-03T08:44:19.255" v="6290"/>
          <ac:spMkLst>
            <pc:docMk/>
            <pc:sldMk cId="358809953" sldId="294"/>
            <ac:spMk id="3" creationId="{047E13E7-B647-8609-0F26-FAA1A3F0639C}"/>
          </ac:spMkLst>
        </pc:spChg>
        <pc:picChg chg="add mod">
          <ac:chgData name="Kim, Cat H" userId="7767e47b-0ad2-44cc-a770-f22a865ee24a" providerId="ADAL" clId="{53CD0745-1605-4E9B-88A7-1DB468AAE67A}" dt="2025-05-03T08:44:20.705" v="6292" actId="962"/>
          <ac:picMkLst>
            <pc:docMk/>
            <pc:sldMk cId="358809953" sldId="294"/>
            <ac:picMk id="5" creationId="{4F5BBDF4-7301-3A9A-4881-DB9B4A70C464}"/>
          </ac:picMkLst>
        </pc:picChg>
      </pc:sldChg>
      <pc:sldChg chg="addSp delSp modSp new mod">
        <pc:chgData name="Kim, Cat H" userId="7767e47b-0ad2-44cc-a770-f22a865ee24a" providerId="ADAL" clId="{53CD0745-1605-4E9B-88A7-1DB468AAE67A}" dt="2025-05-03T09:04:05.005" v="6684" actId="12100"/>
        <pc:sldMkLst>
          <pc:docMk/>
          <pc:sldMk cId="173614939" sldId="295"/>
        </pc:sldMkLst>
        <pc:spChg chg="mod">
          <ac:chgData name="Kim, Cat H" userId="7767e47b-0ad2-44cc-a770-f22a865ee24a" providerId="ADAL" clId="{53CD0745-1605-4E9B-88A7-1DB468AAE67A}" dt="2025-05-03T08:52:05.541" v="6399" actId="20577"/>
          <ac:spMkLst>
            <pc:docMk/>
            <pc:sldMk cId="173614939" sldId="295"/>
            <ac:spMk id="2" creationId="{2E52BE00-D879-CA63-E207-EB0B657726E7}"/>
          </ac:spMkLst>
        </pc:spChg>
        <pc:spChg chg="del mod">
          <ac:chgData name="Kim, Cat H" userId="7767e47b-0ad2-44cc-a770-f22a865ee24a" providerId="ADAL" clId="{53CD0745-1605-4E9B-88A7-1DB468AAE67A}" dt="2025-05-03T08:57:56.104" v="6498" actId="12084"/>
          <ac:spMkLst>
            <pc:docMk/>
            <pc:sldMk cId="173614939" sldId="295"/>
            <ac:spMk id="3" creationId="{D8AE4D01-D8A5-5D7C-012A-8564D5881C44}"/>
          </ac:spMkLst>
        </pc:spChg>
        <pc:spChg chg="add">
          <ac:chgData name="Kim, Cat H" userId="7767e47b-0ad2-44cc-a770-f22a865ee24a" providerId="ADAL" clId="{53CD0745-1605-4E9B-88A7-1DB468AAE67A}" dt="2025-05-03T08:53:43.574" v="6423"/>
          <ac:spMkLst>
            <pc:docMk/>
            <pc:sldMk cId="173614939" sldId="295"/>
            <ac:spMk id="4" creationId="{8F7CD1B4-6651-1222-CB34-D66AE5EF63F1}"/>
          </ac:spMkLst>
        </pc:spChg>
        <pc:spChg chg="add del">
          <ac:chgData name="Kim, Cat H" userId="7767e47b-0ad2-44cc-a770-f22a865ee24a" providerId="ADAL" clId="{53CD0745-1605-4E9B-88A7-1DB468AAE67A}" dt="2025-05-03T09:00:44.287" v="6527" actId="22"/>
          <ac:spMkLst>
            <pc:docMk/>
            <pc:sldMk cId="173614939" sldId="295"/>
            <ac:spMk id="9" creationId="{27C1C42C-2A17-99BA-0275-1E1BD462DC8C}"/>
          </ac:spMkLst>
        </pc:spChg>
        <pc:spChg chg="add mod">
          <ac:chgData name="Kim, Cat H" userId="7767e47b-0ad2-44cc-a770-f22a865ee24a" providerId="ADAL" clId="{53CD0745-1605-4E9B-88A7-1DB468AAE67A}" dt="2025-05-03T09:00:55.258" v="6532" actId="255"/>
          <ac:spMkLst>
            <pc:docMk/>
            <pc:sldMk cId="173614939" sldId="295"/>
            <ac:spMk id="11" creationId="{ECAF5C1C-24E2-BABE-849E-3168583B1AAF}"/>
          </ac:spMkLst>
        </pc:spChg>
        <pc:spChg chg="add mod">
          <ac:chgData name="Kim, Cat H" userId="7767e47b-0ad2-44cc-a770-f22a865ee24a" providerId="ADAL" clId="{53CD0745-1605-4E9B-88A7-1DB468AAE67A}" dt="2025-05-03T09:01:00.335" v="6536" actId="14100"/>
          <ac:spMkLst>
            <pc:docMk/>
            <pc:sldMk cId="173614939" sldId="295"/>
            <ac:spMk id="12" creationId="{D1E8E245-7802-9F70-DD55-EB75409D3BDB}"/>
          </ac:spMkLst>
        </pc:spChg>
        <pc:spChg chg="add mod">
          <ac:chgData name="Kim, Cat H" userId="7767e47b-0ad2-44cc-a770-f22a865ee24a" providerId="ADAL" clId="{53CD0745-1605-4E9B-88A7-1DB468AAE67A}" dt="2025-05-03T09:00:56.482" v="6534"/>
          <ac:spMkLst>
            <pc:docMk/>
            <pc:sldMk cId="173614939" sldId="295"/>
            <ac:spMk id="14" creationId="{3C7CE8CC-2E77-835D-56A4-C780FB02F877}"/>
          </ac:spMkLst>
        </pc:spChg>
        <pc:spChg chg="add mod">
          <ac:chgData name="Kim, Cat H" userId="7767e47b-0ad2-44cc-a770-f22a865ee24a" providerId="ADAL" clId="{53CD0745-1605-4E9B-88A7-1DB468AAE67A}" dt="2025-05-03T09:00:56.482" v="6534"/>
          <ac:spMkLst>
            <pc:docMk/>
            <pc:sldMk cId="173614939" sldId="295"/>
            <ac:spMk id="15" creationId="{D177887D-057B-8272-A5B7-97BAABAD49A2}"/>
          </ac:spMkLst>
        </pc:spChg>
        <pc:grpChg chg="add mod">
          <ac:chgData name="Kim, Cat H" userId="7767e47b-0ad2-44cc-a770-f22a865ee24a" providerId="ADAL" clId="{53CD0745-1605-4E9B-88A7-1DB468AAE67A}" dt="2025-05-03T09:02:51.154" v="6606" actId="1076"/>
          <ac:grpSpMkLst>
            <pc:docMk/>
            <pc:sldMk cId="173614939" sldId="295"/>
            <ac:grpSpMk id="10" creationId="{9F911738-5A21-31E1-F7BC-163BDC61DE9B}"/>
          </ac:grpSpMkLst>
        </pc:grpChg>
        <pc:grpChg chg="add mod">
          <ac:chgData name="Kim, Cat H" userId="7767e47b-0ad2-44cc-a770-f22a865ee24a" providerId="ADAL" clId="{53CD0745-1605-4E9B-88A7-1DB468AAE67A}" dt="2025-05-03T09:00:56.482" v="6534"/>
          <ac:grpSpMkLst>
            <pc:docMk/>
            <pc:sldMk cId="173614939" sldId="295"/>
            <ac:grpSpMk id="13" creationId="{9D8F45F8-4908-16FC-D458-F256FC2548CC}"/>
          </ac:grpSpMkLst>
        </pc:grpChg>
        <pc:graphicFrameChg chg="add mod">
          <ac:chgData name="Kim, Cat H" userId="7767e47b-0ad2-44cc-a770-f22a865ee24a" providerId="ADAL" clId="{53CD0745-1605-4E9B-88A7-1DB468AAE67A}" dt="2025-05-03T09:04:05.005" v="6684" actId="12100"/>
          <ac:graphicFrameMkLst>
            <pc:docMk/>
            <pc:sldMk cId="173614939" sldId="295"/>
            <ac:graphicFrameMk id="7" creationId="{5863CD84-BF0F-0D3E-25DA-CDF14BD01AD9}"/>
          </ac:graphicFrameMkLst>
        </pc:graphicFrameChg>
        <pc:picChg chg="add del mod">
          <ac:chgData name="Kim, Cat H" userId="7767e47b-0ad2-44cc-a770-f22a865ee24a" providerId="ADAL" clId="{53CD0745-1605-4E9B-88A7-1DB468AAE67A}" dt="2025-05-03T08:57:05.486" v="6496" actId="478"/>
          <ac:picMkLst>
            <pc:docMk/>
            <pc:sldMk cId="173614939" sldId="295"/>
            <ac:picMk id="6" creationId="{522A7181-83D4-6E03-DDEA-C5B958FA5355}"/>
          </ac:picMkLst>
        </pc:picChg>
      </pc:sldChg>
      <pc:sldChg chg="modSp new del mod ord">
        <pc:chgData name="Kim, Cat H" userId="7767e47b-0ad2-44cc-a770-f22a865ee24a" providerId="ADAL" clId="{53CD0745-1605-4E9B-88A7-1DB468AAE67A}" dt="2025-05-03T08:44:50.872" v="6342" actId="2696"/>
        <pc:sldMkLst>
          <pc:docMk/>
          <pc:sldMk cId="3328814107" sldId="295"/>
        </pc:sldMkLst>
        <pc:spChg chg="mod">
          <ac:chgData name="Kim, Cat H" userId="7767e47b-0ad2-44cc-a770-f22a865ee24a" providerId="ADAL" clId="{53CD0745-1605-4E9B-88A7-1DB468AAE67A}" dt="2025-05-03T08:44:37.944" v="6301" actId="20577"/>
          <ac:spMkLst>
            <pc:docMk/>
            <pc:sldMk cId="3328814107" sldId="295"/>
            <ac:spMk id="2" creationId="{BD4FD17B-27AA-577C-CAE2-30F7960E46E2}"/>
          </ac:spMkLst>
        </pc:spChg>
        <pc:spChg chg="mod">
          <ac:chgData name="Kim, Cat H" userId="7767e47b-0ad2-44cc-a770-f22a865ee24a" providerId="ADAL" clId="{53CD0745-1605-4E9B-88A7-1DB468AAE67A}" dt="2025-05-03T08:44:47.204" v="6341" actId="20577"/>
          <ac:spMkLst>
            <pc:docMk/>
            <pc:sldMk cId="3328814107" sldId="295"/>
            <ac:spMk id="3" creationId="{5ED92928-1BF0-8BD0-3BA2-29019F8157F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BDDE12-C8F9-4C72-AE0C-AF54509E94E1}" type="doc">
      <dgm:prSet loTypeId="urn:microsoft.com/office/officeart/2005/8/layout/lProcess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8FB7871-1215-4CDB-AB15-47A1300DACB6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b="0" dirty="0">
              <a:solidFill>
                <a:schemeClr val="tx1"/>
              </a:solidFill>
            </a:rPr>
            <a:t>1 hidden layer: 16 neurons &amp; </a:t>
          </a:r>
          <a:r>
            <a:rPr lang="en-US" sz="1200" b="0" dirty="0" err="1">
              <a:solidFill>
                <a:schemeClr val="tx1"/>
              </a:solidFill>
            </a:rPr>
            <a:t>ReLU</a:t>
          </a:r>
          <a:endParaRPr lang="en-US" sz="1200" b="0" dirty="0">
            <a:solidFill>
              <a:schemeClr val="tx1"/>
            </a:solidFill>
          </a:endParaRPr>
        </a:p>
      </dgm:t>
    </dgm:pt>
    <dgm:pt modelId="{2E8A8380-C8F8-4F31-99B3-7FFF24094BED}" type="parTrans" cxnId="{1760DA85-BD5C-4CFD-A4AC-271171D105AF}">
      <dgm:prSet/>
      <dgm:spPr/>
      <dgm:t>
        <a:bodyPr/>
        <a:lstStyle/>
        <a:p>
          <a:endParaRPr lang="en-US"/>
        </a:p>
      </dgm:t>
    </dgm:pt>
    <dgm:pt modelId="{07AF94A2-9319-419F-BD4C-551D48303531}" type="sibTrans" cxnId="{1760DA85-BD5C-4CFD-A4AC-271171D105AF}">
      <dgm:prSet/>
      <dgm:spPr/>
      <dgm:t>
        <a:bodyPr/>
        <a:lstStyle/>
        <a:p>
          <a:endParaRPr lang="en-US"/>
        </a:p>
      </dgm:t>
    </dgm:pt>
    <dgm:pt modelId="{ACE33C4D-F9EA-4A93-A344-6D6E09086F9A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b="0" dirty="0">
              <a:solidFill>
                <a:schemeClr val="tx1"/>
              </a:solidFill>
            </a:rPr>
            <a:t>Dropout rate: 0.1</a:t>
          </a:r>
        </a:p>
      </dgm:t>
    </dgm:pt>
    <dgm:pt modelId="{0CD9F42B-D4EB-44ED-A650-510D6A5DC896}" type="parTrans" cxnId="{D971FF1C-51B2-4633-A29F-999053A26DFC}">
      <dgm:prSet/>
      <dgm:spPr/>
      <dgm:t>
        <a:bodyPr/>
        <a:lstStyle/>
        <a:p>
          <a:endParaRPr lang="en-US"/>
        </a:p>
      </dgm:t>
    </dgm:pt>
    <dgm:pt modelId="{2ED54C28-3797-4C9E-A958-B0E69772A7AB}" type="sibTrans" cxnId="{D971FF1C-51B2-4633-A29F-999053A26DFC}">
      <dgm:prSet/>
      <dgm:spPr/>
      <dgm:t>
        <a:bodyPr/>
        <a:lstStyle/>
        <a:p>
          <a:endParaRPr lang="en-US"/>
        </a:p>
      </dgm:t>
    </dgm:pt>
    <dgm:pt modelId="{974123AA-3941-4E14-900F-1D4E5C20ED1B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b="0" dirty="0">
              <a:solidFill>
                <a:schemeClr val="tx1"/>
              </a:solidFill>
            </a:rPr>
            <a:t>Optimizer: Adam LR</a:t>
          </a:r>
        </a:p>
      </dgm:t>
    </dgm:pt>
    <dgm:pt modelId="{74DA14C6-C6E3-4CE3-9559-19D017F0889A}" type="parTrans" cxnId="{247C7911-C884-4717-BEA9-857CF52D1CB6}">
      <dgm:prSet/>
      <dgm:spPr/>
      <dgm:t>
        <a:bodyPr/>
        <a:lstStyle/>
        <a:p>
          <a:endParaRPr lang="en-US"/>
        </a:p>
      </dgm:t>
    </dgm:pt>
    <dgm:pt modelId="{A00E493C-AD98-489F-B642-632A466E3CF6}" type="sibTrans" cxnId="{247C7911-C884-4717-BEA9-857CF52D1CB6}">
      <dgm:prSet/>
      <dgm:spPr/>
      <dgm:t>
        <a:bodyPr/>
        <a:lstStyle/>
        <a:p>
          <a:endParaRPr lang="en-US"/>
        </a:p>
      </dgm:t>
    </dgm:pt>
    <dgm:pt modelId="{A88128E7-0FFF-4F22-90D4-72B939241D17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b="0" dirty="0">
              <a:solidFill>
                <a:schemeClr val="tx1"/>
              </a:solidFill>
            </a:rPr>
            <a:t>Epochs: 100</a:t>
          </a:r>
        </a:p>
      </dgm:t>
    </dgm:pt>
    <dgm:pt modelId="{C1EEDD8F-0D7F-4E14-A9FE-571598080B7C}" type="parTrans" cxnId="{68F00E85-A2DF-4B1F-97ED-F036657D5914}">
      <dgm:prSet/>
      <dgm:spPr/>
      <dgm:t>
        <a:bodyPr/>
        <a:lstStyle/>
        <a:p>
          <a:endParaRPr lang="en-US"/>
        </a:p>
      </dgm:t>
    </dgm:pt>
    <dgm:pt modelId="{46E3BCEA-4650-4101-B6F2-0003EE86F16C}" type="sibTrans" cxnId="{68F00E85-A2DF-4B1F-97ED-F036657D5914}">
      <dgm:prSet/>
      <dgm:spPr/>
      <dgm:t>
        <a:bodyPr/>
        <a:lstStyle/>
        <a:p>
          <a:endParaRPr lang="en-US"/>
        </a:p>
      </dgm:t>
    </dgm:pt>
    <dgm:pt modelId="{EB3B50A5-DD3D-49A0-93A7-E8347FF932C0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b="0" dirty="0">
              <a:solidFill>
                <a:schemeClr val="tx1"/>
              </a:solidFill>
            </a:rPr>
            <a:t>Batch Size: 32</a:t>
          </a:r>
        </a:p>
      </dgm:t>
    </dgm:pt>
    <dgm:pt modelId="{D7825442-A3F4-4A51-BC83-D98D9AE4BD23}" type="parTrans" cxnId="{8235CB0A-AFDC-49CE-96BF-2A1FEA6A667F}">
      <dgm:prSet/>
      <dgm:spPr/>
      <dgm:t>
        <a:bodyPr/>
        <a:lstStyle/>
        <a:p>
          <a:endParaRPr lang="en-US"/>
        </a:p>
      </dgm:t>
    </dgm:pt>
    <dgm:pt modelId="{30B8A8C2-A7AB-4E54-A5D7-C6FE8D0EF81E}" type="sibTrans" cxnId="{8235CB0A-AFDC-49CE-96BF-2A1FEA6A667F}">
      <dgm:prSet/>
      <dgm:spPr/>
      <dgm:t>
        <a:bodyPr/>
        <a:lstStyle/>
        <a:p>
          <a:endParaRPr lang="en-US"/>
        </a:p>
      </dgm:t>
    </dgm:pt>
    <dgm:pt modelId="{AC2409AD-5E00-42C2-B93A-7B380C6009A1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b="0" dirty="0">
              <a:solidFill>
                <a:schemeClr val="tx1"/>
              </a:solidFill>
            </a:rPr>
            <a:t>Patience: 10</a:t>
          </a:r>
        </a:p>
      </dgm:t>
    </dgm:pt>
    <dgm:pt modelId="{D8EC5B44-E3E6-4F87-B6AF-9A5A541A770B}" type="parTrans" cxnId="{0D6AE9B0-8446-4F2B-A6E5-678A89F5ACDF}">
      <dgm:prSet/>
      <dgm:spPr/>
      <dgm:t>
        <a:bodyPr/>
        <a:lstStyle/>
        <a:p>
          <a:endParaRPr lang="en-US"/>
        </a:p>
      </dgm:t>
    </dgm:pt>
    <dgm:pt modelId="{C3C5AF9B-D062-4C64-89CD-27F55703C234}" type="sibTrans" cxnId="{0D6AE9B0-8446-4F2B-A6E5-678A89F5ACDF}">
      <dgm:prSet/>
      <dgm:spPr/>
      <dgm:t>
        <a:bodyPr/>
        <a:lstStyle/>
        <a:p>
          <a:endParaRPr lang="en-US"/>
        </a:p>
      </dgm:t>
    </dgm:pt>
    <dgm:pt modelId="{E8B0413D-A47B-458A-9AC7-6073C5BF880E}">
      <dgm:prSet phldrT="[Text]" custT="1"/>
      <dgm:spPr>
        <a:solidFill>
          <a:srgbClr val="002060"/>
        </a:solidFill>
      </dgm:spPr>
      <dgm:t>
        <a:bodyPr/>
        <a:lstStyle/>
        <a:p>
          <a:r>
            <a:rPr lang="en-US" sz="2000" b="1" dirty="0">
              <a:solidFill>
                <a:schemeClr val="bg1"/>
              </a:solidFill>
            </a:rPr>
            <a:t>2 Layers + Adam</a:t>
          </a:r>
        </a:p>
      </dgm:t>
    </dgm:pt>
    <dgm:pt modelId="{E46E48A8-7032-4F4C-B0BC-128DF7480856}" type="parTrans" cxnId="{1E021B2E-7506-45B1-A584-549E64788F07}">
      <dgm:prSet/>
      <dgm:spPr/>
      <dgm:t>
        <a:bodyPr/>
        <a:lstStyle/>
        <a:p>
          <a:endParaRPr lang="en-US"/>
        </a:p>
      </dgm:t>
    </dgm:pt>
    <dgm:pt modelId="{B04D15B3-93C0-4677-8346-ACF382F7B2E8}" type="sibTrans" cxnId="{1E021B2E-7506-45B1-A584-549E64788F07}">
      <dgm:prSet/>
      <dgm:spPr/>
      <dgm:t>
        <a:bodyPr/>
        <a:lstStyle/>
        <a:p>
          <a:endParaRPr lang="en-US"/>
        </a:p>
      </dgm:t>
    </dgm:pt>
    <dgm:pt modelId="{DA8CCF99-C805-4960-B6DF-EA5352FCAB9B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2 hidden layer: 64/32 neurons </a:t>
          </a:r>
          <a:r>
            <a:rPr lang="en-US" sz="1200" b="0" dirty="0">
              <a:solidFill>
                <a:schemeClr val="tx1"/>
              </a:solidFill>
            </a:rPr>
            <a:t>&amp; </a:t>
          </a:r>
          <a:r>
            <a:rPr lang="en-US" sz="1200" b="0" dirty="0" err="1">
              <a:solidFill>
                <a:schemeClr val="tx1"/>
              </a:solidFill>
            </a:rPr>
            <a:t>ReLU</a:t>
          </a:r>
          <a:endParaRPr lang="en-US" sz="1200" dirty="0">
            <a:solidFill>
              <a:schemeClr val="tx1"/>
            </a:solidFill>
          </a:endParaRPr>
        </a:p>
      </dgm:t>
    </dgm:pt>
    <dgm:pt modelId="{6CB6785E-09F8-47E8-BCD9-B806171298FB}" type="parTrans" cxnId="{8C2F56DE-0A5A-44E5-B322-F94213A2200F}">
      <dgm:prSet/>
      <dgm:spPr/>
      <dgm:t>
        <a:bodyPr/>
        <a:lstStyle/>
        <a:p>
          <a:endParaRPr lang="en-US"/>
        </a:p>
      </dgm:t>
    </dgm:pt>
    <dgm:pt modelId="{3096467A-E894-46EF-8F28-048000E9252D}" type="sibTrans" cxnId="{8C2F56DE-0A5A-44E5-B322-F94213A2200F}">
      <dgm:prSet/>
      <dgm:spPr/>
      <dgm:t>
        <a:bodyPr/>
        <a:lstStyle/>
        <a:p>
          <a:endParaRPr lang="en-US"/>
        </a:p>
      </dgm:t>
    </dgm:pt>
    <dgm:pt modelId="{27A76D17-F98D-417A-BB91-D034F7EF70A1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Dropout rate: 0.2</a:t>
          </a:r>
        </a:p>
      </dgm:t>
    </dgm:pt>
    <dgm:pt modelId="{9101EC06-6548-4E36-A96F-E76798B569B3}" type="parTrans" cxnId="{5C7A381E-5470-4214-89BA-7B6148142ECA}">
      <dgm:prSet/>
      <dgm:spPr/>
      <dgm:t>
        <a:bodyPr/>
        <a:lstStyle/>
        <a:p>
          <a:endParaRPr lang="en-US"/>
        </a:p>
      </dgm:t>
    </dgm:pt>
    <dgm:pt modelId="{44247C8D-E3A9-476B-A905-14766ECD3B65}" type="sibTrans" cxnId="{5C7A381E-5470-4214-89BA-7B6148142ECA}">
      <dgm:prSet/>
      <dgm:spPr/>
      <dgm:t>
        <a:bodyPr/>
        <a:lstStyle/>
        <a:p>
          <a:endParaRPr lang="en-US"/>
        </a:p>
      </dgm:t>
    </dgm:pt>
    <dgm:pt modelId="{07063FF6-2B0C-4141-B25A-B01DA19FAFE2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Optimizer: Adam</a:t>
          </a:r>
        </a:p>
      </dgm:t>
    </dgm:pt>
    <dgm:pt modelId="{D1FEA354-0E61-4BBE-A7CF-36458F087257}" type="parTrans" cxnId="{E9D248CF-BA36-4BBD-BFB1-3B6D2D8C5277}">
      <dgm:prSet/>
      <dgm:spPr/>
      <dgm:t>
        <a:bodyPr/>
        <a:lstStyle/>
        <a:p>
          <a:endParaRPr lang="en-US"/>
        </a:p>
      </dgm:t>
    </dgm:pt>
    <dgm:pt modelId="{63BAC466-ADCC-4C94-AC00-AF87BC00087E}" type="sibTrans" cxnId="{E9D248CF-BA36-4BBD-BFB1-3B6D2D8C5277}">
      <dgm:prSet/>
      <dgm:spPr/>
      <dgm:t>
        <a:bodyPr/>
        <a:lstStyle/>
        <a:p>
          <a:endParaRPr lang="en-US"/>
        </a:p>
      </dgm:t>
    </dgm:pt>
    <dgm:pt modelId="{5382FF35-D082-4C97-A8D8-E43710F48C3A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Epochs: 100</a:t>
          </a:r>
        </a:p>
      </dgm:t>
    </dgm:pt>
    <dgm:pt modelId="{ACB70746-F638-4C09-B1BD-1A84E699E3E6}" type="parTrans" cxnId="{282D4E74-0DD3-482C-B4FD-6161BA8D15A1}">
      <dgm:prSet/>
      <dgm:spPr/>
      <dgm:t>
        <a:bodyPr/>
        <a:lstStyle/>
        <a:p>
          <a:endParaRPr lang="en-US"/>
        </a:p>
      </dgm:t>
    </dgm:pt>
    <dgm:pt modelId="{3404EC3A-5E30-40D5-BB76-8BA6240EEE47}" type="sibTrans" cxnId="{282D4E74-0DD3-482C-B4FD-6161BA8D15A1}">
      <dgm:prSet/>
      <dgm:spPr/>
      <dgm:t>
        <a:bodyPr/>
        <a:lstStyle/>
        <a:p>
          <a:endParaRPr lang="en-US"/>
        </a:p>
      </dgm:t>
    </dgm:pt>
    <dgm:pt modelId="{7515CEBA-508A-4F4F-9B80-0CB4988F2DD1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Batch Size: 32</a:t>
          </a:r>
        </a:p>
      </dgm:t>
    </dgm:pt>
    <dgm:pt modelId="{7BDB1E67-F41A-40F6-9EC9-EB434D30E4C6}" type="parTrans" cxnId="{420E2D2C-AEA5-4D3B-B2E2-C5D1E067B29A}">
      <dgm:prSet/>
      <dgm:spPr/>
      <dgm:t>
        <a:bodyPr/>
        <a:lstStyle/>
        <a:p>
          <a:endParaRPr lang="en-US"/>
        </a:p>
      </dgm:t>
    </dgm:pt>
    <dgm:pt modelId="{DF5A369E-4A8C-41C2-8D4C-0EE545B8A72A}" type="sibTrans" cxnId="{420E2D2C-AEA5-4D3B-B2E2-C5D1E067B29A}">
      <dgm:prSet/>
      <dgm:spPr/>
      <dgm:t>
        <a:bodyPr/>
        <a:lstStyle/>
        <a:p>
          <a:endParaRPr lang="en-US"/>
        </a:p>
      </dgm:t>
    </dgm:pt>
    <dgm:pt modelId="{4CFE4268-D26B-4C48-A897-029B01AB1C88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Patience: 10</a:t>
          </a:r>
        </a:p>
      </dgm:t>
    </dgm:pt>
    <dgm:pt modelId="{65784409-1F72-4E5F-BFFF-3A3F9A5C7F09}" type="parTrans" cxnId="{19905BCB-5D61-49CE-815F-4F50F86D58D5}">
      <dgm:prSet/>
      <dgm:spPr/>
      <dgm:t>
        <a:bodyPr/>
        <a:lstStyle/>
        <a:p>
          <a:endParaRPr lang="en-US"/>
        </a:p>
      </dgm:t>
    </dgm:pt>
    <dgm:pt modelId="{AB0D2C41-D468-4F4A-814D-ADB22CDB7A7E}" type="sibTrans" cxnId="{19905BCB-5D61-49CE-815F-4F50F86D58D5}">
      <dgm:prSet/>
      <dgm:spPr/>
      <dgm:t>
        <a:bodyPr/>
        <a:lstStyle/>
        <a:p>
          <a:endParaRPr lang="en-US"/>
        </a:p>
      </dgm:t>
    </dgm:pt>
    <dgm:pt modelId="{3E14E10E-1CFB-48BD-B039-282EC4F15865}">
      <dgm:prSet phldrT="[Text]" custT="1"/>
      <dgm:spPr>
        <a:solidFill>
          <a:srgbClr val="00B0F0"/>
        </a:solidFill>
      </dgm:spPr>
      <dgm:t>
        <a:bodyPr/>
        <a:lstStyle/>
        <a:p>
          <a:r>
            <a:rPr lang="en-US" sz="2000" b="1" dirty="0">
              <a:solidFill>
                <a:schemeClr val="bg1"/>
              </a:solidFill>
            </a:rPr>
            <a:t>3 Layers + Adam</a:t>
          </a:r>
        </a:p>
      </dgm:t>
    </dgm:pt>
    <dgm:pt modelId="{8CD6FB52-9AC6-4992-8E0C-9EEDF0F66BB6}" type="parTrans" cxnId="{7112913D-1153-4443-A73B-D12CA02970A8}">
      <dgm:prSet/>
      <dgm:spPr/>
      <dgm:t>
        <a:bodyPr/>
        <a:lstStyle/>
        <a:p>
          <a:endParaRPr lang="en-US"/>
        </a:p>
      </dgm:t>
    </dgm:pt>
    <dgm:pt modelId="{1847CE35-E5C0-4AEF-BEFE-DC66A3D4F860}" type="sibTrans" cxnId="{7112913D-1153-4443-A73B-D12CA02970A8}">
      <dgm:prSet/>
      <dgm:spPr/>
      <dgm:t>
        <a:bodyPr/>
        <a:lstStyle/>
        <a:p>
          <a:endParaRPr lang="en-US"/>
        </a:p>
      </dgm:t>
    </dgm:pt>
    <dgm:pt modelId="{432B6FDC-2DBC-414B-A0B5-BC6E52C7D329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100" dirty="0">
              <a:solidFill>
                <a:schemeClr val="tx1"/>
              </a:solidFill>
            </a:rPr>
            <a:t>3 hidden layers: 128/64/32 neurons </a:t>
          </a:r>
          <a:r>
            <a:rPr lang="en-US" sz="1100" b="0" dirty="0">
              <a:solidFill>
                <a:schemeClr val="tx1"/>
              </a:solidFill>
            </a:rPr>
            <a:t>&amp; </a:t>
          </a:r>
          <a:r>
            <a:rPr lang="en-US" sz="1100" b="0" dirty="0" err="1">
              <a:solidFill>
                <a:schemeClr val="tx1"/>
              </a:solidFill>
            </a:rPr>
            <a:t>ReLU</a:t>
          </a:r>
          <a:endParaRPr lang="en-US" sz="1100" dirty="0">
            <a:solidFill>
              <a:schemeClr val="tx1"/>
            </a:solidFill>
          </a:endParaRPr>
        </a:p>
      </dgm:t>
    </dgm:pt>
    <dgm:pt modelId="{3795ED9E-6EEB-4DF2-B70F-35C932A2FFE5}" type="parTrans" cxnId="{A762C11F-37B6-49A6-86FB-6A990F26FDBE}">
      <dgm:prSet/>
      <dgm:spPr/>
      <dgm:t>
        <a:bodyPr/>
        <a:lstStyle/>
        <a:p>
          <a:endParaRPr lang="en-US"/>
        </a:p>
      </dgm:t>
    </dgm:pt>
    <dgm:pt modelId="{D53F3F71-2C0F-4319-91DA-9D42C0BB23E4}" type="sibTrans" cxnId="{A762C11F-37B6-49A6-86FB-6A990F26FDBE}">
      <dgm:prSet/>
      <dgm:spPr/>
      <dgm:t>
        <a:bodyPr/>
        <a:lstStyle/>
        <a:p>
          <a:endParaRPr lang="en-US"/>
        </a:p>
      </dgm:t>
    </dgm:pt>
    <dgm:pt modelId="{4F895DBB-8750-4C50-B94A-F7C1AB1A7D28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Dropout rate: 0.3</a:t>
          </a:r>
        </a:p>
      </dgm:t>
    </dgm:pt>
    <dgm:pt modelId="{541DEDB7-0931-4B29-ADB4-9F4FB0E539B6}" type="parTrans" cxnId="{CE211573-3CE4-4B1D-9CF3-029EB08C656F}">
      <dgm:prSet/>
      <dgm:spPr/>
      <dgm:t>
        <a:bodyPr/>
        <a:lstStyle/>
        <a:p>
          <a:endParaRPr lang="en-US"/>
        </a:p>
      </dgm:t>
    </dgm:pt>
    <dgm:pt modelId="{FBF140E1-8B69-48C0-A1DF-921A4E82FEF8}" type="sibTrans" cxnId="{CE211573-3CE4-4B1D-9CF3-029EB08C656F}">
      <dgm:prSet/>
      <dgm:spPr/>
      <dgm:t>
        <a:bodyPr/>
        <a:lstStyle/>
        <a:p>
          <a:endParaRPr lang="en-US"/>
        </a:p>
      </dgm:t>
    </dgm:pt>
    <dgm:pt modelId="{B134731A-B33F-416B-8AE7-FB6344700501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Optimizer: Adam</a:t>
          </a:r>
        </a:p>
      </dgm:t>
    </dgm:pt>
    <dgm:pt modelId="{F9943B7A-BC7A-44B6-ADA0-8B083226245F}" type="parTrans" cxnId="{7F7F3979-809D-4D45-B6A6-F0BDED85C54E}">
      <dgm:prSet/>
      <dgm:spPr/>
      <dgm:t>
        <a:bodyPr/>
        <a:lstStyle/>
        <a:p>
          <a:endParaRPr lang="en-US"/>
        </a:p>
      </dgm:t>
    </dgm:pt>
    <dgm:pt modelId="{462CBEF3-3A39-4606-80B6-F7321915B9DE}" type="sibTrans" cxnId="{7F7F3979-809D-4D45-B6A6-F0BDED85C54E}">
      <dgm:prSet/>
      <dgm:spPr/>
      <dgm:t>
        <a:bodyPr/>
        <a:lstStyle/>
        <a:p>
          <a:endParaRPr lang="en-US"/>
        </a:p>
      </dgm:t>
    </dgm:pt>
    <dgm:pt modelId="{1ED2A4BD-F6A8-4750-919D-EAC539F527EC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Epochs: 100</a:t>
          </a:r>
        </a:p>
      </dgm:t>
    </dgm:pt>
    <dgm:pt modelId="{9C3E19F4-5803-45CC-BCE0-DAF234E5B2AD}" type="parTrans" cxnId="{D982B537-3EB8-490E-89B4-D5ED40581673}">
      <dgm:prSet/>
      <dgm:spPr/>
      <dgm:t>
        <a:bodyPr/>
        <a:lstStyle/>
        <a:p>
          <a:endParaRPr lang="en-US"/>
        </a:p>
      </dgm:t>
    </dgm:pt>
    <dgm:pt modelId="{367006EA-E9EC-4222-A8E0-064A8E4AA153}" type="sibTrans" cxnId="{D982B537-3EB8-490E-89B4-D5ED40581673}">
      <dgm:prSet/>
      <dgm:spPr/>
      <dgm:t>
        <a:bodyPr/>
        <a:lstStyle/>
        <a:p>
          <a:endParaRPr lang="en-US"/>
        </a:p>
      </dgm:t>
    </dgm:pt>
    <dgm:pt modelId="{14667A75-0375-4285-995A-99BF8201A4A7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Batch Size: 64</a:t>
          </a:r>
        </a:p>
      </dgm:t>
    </dgm:pt>
    <dgm:pt modelId="{2C2A4B63-9A67-46E4-8ADD-B5FDD65480A0}" type="parTrans" cxnId="{812D4540-965B-4818-B9B1-95AA99EBE70A}">
      <dgm:prSet/>
      <dgm:spPr/>
      <dgm:t>
        <a:bodyPr/>
        <a:lstStyle/>
        <a:p>
          <a:endParaRPr lang="en-US"/>
        </a:p>
      </dgm:t>
    </dgm:pt>
    <dgm:pt modelId="{735F408F-F566-4D95-B0E8-CFED1FAAA3AB}" type="sibTrans" cxnId="{812D4540-965B-4818-B9B1-95AA99EBE70A}">
      <dgm:prSet/>
      <dgm:spPr/>
      <dgm:t>
        <a:bodyPr/>
        <a:lstStyle/>
        <a:p>
          <a:endParaRPr lang="en-US"/>
        </a:p>
      </dgm:t>
    </dgm:pt>
    <dgm:pt modelId="{FC37A213-494B-4A41-83E0-A4A202ABD56D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Patience: 15</a:t>
          </a:r>
        </a:p>
      </dgm:t>
    </dgm:pt>
    <dgm:pt modelId="{3D15854C-17CA-41D0-8D88-A55A41A753F6}" type="parTrans" cxnId="{8B637A77-9AE5-4A5E-9CB7-6C431753BDDC}">
      <dgm:prSet/>
      <dgm:spPr/>
      <dgm:t>
        <a:bodyPr/>
        <a:lstStyle/>
        <a:p>
          <a:endParaRPr lang="en-US"/>
        </a:p>
      </dgm:t>
    </dgm:pt>
    <dgm:pt modelId="{00F5481B-6FBE-4CDF-870D-CCA78D1C14CC}" type="sibTrans" cxnId="{8B637A77-9AE5-4A5E-9CB7-6C431753BDDC}">
      <dgm:prSet/>
      <dgm:spPr/>
      <dgm:t>
        <a:bodyPr/>
        <a:lstStyle/>
        <a:p>
          <a:endParaRPr lang="en-US"/>
        </a:p>
      </dgm:t>
    </dgm:pt>
    <dgm:pt modelId="{2983CE38-0434-4EB1-A2B3-072DB958F227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000" b="1" dirty="0">
              <a:solidFill>
                <a:schemeClr val="bg1"/>
              </a:solidFill>
            </a:rPr>
            <a:t>2 Layers + SGD</a:t>
          </a:r>
        </a:p>
      </dgm:t>
    </dgm:pt>
    <dgm:pt modelId="{BEB06C6C-B7D7-4A07-A4BF-D02F1F96363E}" type="parTrans" cxnId="{A3340E87-18D7-43B1-B92A-BB7F7DDCF4E4}">
      <dgm:prSet/>
      <dgm:spPr/>
      <dgm:t>
        <a:bodyPr/>
        <a:lstStyle/>
        <a:p>
          <a:endParaRPr lang="en-US"/>
        </a:p>
      </dgm:t>
    </dgm:pt>
    <dgm:pt modelId="{A6D0361B-9013-454F-8948-94638F626C0F}" type="sibTrans" cxnId="{A3340E87-18D7-43B1-B92A-BB7F7DDCF4E4}">
      <dgm:prSet/>
      <dgm:spPr/>
      <dgm:t>
        <a:bodyPr/>
        <a:lstStyle/>
        <a:p>
          <a:endParaRPr lang="en-US"/>
        </a:p>
      </dgm:t>
    </dgm:pt>
    <dgm:pt modelId="{AEE0E3B7-4480-4A20-B487-B07BC686481D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Dropout rate: 0.2</a:t>
          </a:r>
        </a:p>
      </dgm:t>
    </dgm:pt>
    <dgm:pt modelId="{5E848C86-FDB2-458B-90DA-F91A07409D7E}" type="parTrans" cxnId="{1BA2B83B-E4F3-41B1-AD98-E92841702ED2}">
      <dgm:prSet/>
      <dgm:spPr/>
      <dgm:t>
        <a:bodyPr/>
        <a:lstStyle/>
        <a:p>
          <a:endParaRPr lang="en-US"/>
        </a:p>
      </dgm:t>
    </dgm:pt>
    <dgm:pt modelId="{5E82B144-8DA2-4096-A5DE-DDC456336B7C}" type="sibTrans" cxnId="{1BA2B83B-E4F3-41B1-AD98-E92841702ED2}">
      <dgm:prSet/>
      <dgm:spPr/>
      <dgm:t>
        <a:bodyPr/>
        <a:lstStyle/>
        <a:p>
          <a:endParaRPr lang="en-US"/>
        </a:p>
      </dgm:t>
    </dgm:pt>
    <dgm:pt modelId="{F6BC4792-CFD3-4764-8B62-DCC2A9348BDE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Optimizer: SGD</a:t>
          </a:r>
        </a:p>
      </dgm:t>
    </dgm:pt>
    <dgm:pt modelId="{34173303-C31E-4AD9-B2CE-3B75C675FF18}" type="parTrans" cxnId="{B86ED859-6E8F-4E0B-9762-32112174823C}">
      <dgm:prSet/>
      <dgm:spPr/>
      <dgm:t>
        <a:bodyPr/>
        <a:lstStyle/>
        <a:p>
          <a:endParaRPr lang="en-US"/>
        </a:p>
      </dgm:t>
    </dgm:pt>
    <dgm:pt modelId="{1FEB3D7E-62AE-4E92-9316-F567AE22963B}" type="sibTrans" cxnId="{B86ED859-6E8F-4E0B-9762-32112174823C}">
      <dgm:prSet/>
      <dgm:spPr/>
      <dgm:t>
        <a:bodyPr/>
        <a:lstStyle/>
        <a:p>
          <a:endParaRPr lang="en-US"/>
        </a:p>
      </dgm:t>
    </dgm:pt>
    <dgm:pt modelId="{125F93C3-3D6B-4176-A9A8-87BABA49237A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Epochs: 100</a:t>
          </a:r>
        </a:p>
      </dgm:t>
    </dgm:pt>
    <dgm:pt modelId="{092E8315-ACAB-4906-BABF-718D24E17C39}" type="parTrans" cxnId="{00E69017-AC44-432F-949F-54557A0424CB}">
      <dgm:prSet/>
      <dgm:spPr/>
      <dgm:t>
        <a:bodyPr/>
        <a:lstStyle/>
        <a:p>
          <a:endParaRPr lang="en-US"/>
        </a:p>
      </dgm:t>
    </dgm:pt>
    <dgm:pt modelId="{33AD6DBF-5B0A-4F95-80B0-58C4E9258E35}" type="sibTrans" cxnId="{00E69017-AC44-432F-949F-54557A0424CB}">
      <dgm:prSet/>
      <dgm:spPr/>
      <dgm:t>
        <a:bodyPr/>
        <a:lstStyle/>
        <a:p>
          <a:endParaRPr lang="en-US"/>
        </a:p>
      </dgm:t>
    </dgm:pt>
    <dgm:pt modelId="{C0FB57FE-ED43-430E-BF9A-56596D891B45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Batch Size: 32</a:t>
          </a:r>
        </a:p>
      </dgm:t>
    </dgm:pt>
    <dgm:pt modelId="{DCED3EF8-9A7C-472A-B766-F2BE7D5E6849}" type="parTrans" cxnId="{E5B22B72-B874-4AA7-831A-EBE99352F8FF}">
      <dgm:prSet/>
      <dgm:spPr/>
      <dgm:t>
        <a:bodyPr/>
        <a:lstStyle/>
        <a:p>
          <a:endParaRPr lang="en-US"/>
        </a:p>
      </dgm:t>
    </dgm:pt>
    <dgm:pt modelId="{26FDB39A-A3EE-49A7-BA9F-8595BC13D8B1}" type="sibTrans" cxnId="{E5B22B72-B874-4AA7-831A-EBE99352F8FF}">
      <dgm:prSet/>
      <dgm:spPr/>
      <dgm:t>
        <a:bodyPr/>
        <a:lstStyle/>
        <a:p>
          <a:endParaRPr lang="en-US"/>
        </a:p>
      </dgm:t>
    </dgm:pt>
    <dgm:pt modelId="{2760DF0E-5FC4-49C5-BDEF-6E2A37CC6866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Patience: 10</a:t>
          </a:r>
        </a:p>
      </dgm:t>
    </dgm:pt>
    <dgm:pt modelId="{3341F764-5EBD-4154-BF08-635304914B71}" type="parTrans" cxnId="{4E937895-BFDB-4720-9FBD-F8F8598FCE29}">
      <dgm:prSet/>
      <dgm:spPr/>
      <dgm:t>
        <a:bodyPr/>
        <a:lstStyle/>
        <a:p>
          <a:endParaRPr lang="en-US"/>
        </a:p>
      </dgm:t>
    </dgm:pt>
    <dgm:pt modelId="{60F77391-B9CD-49BE-BBDD-0AA0A84E15C9}" type="sibTrans" cxnId="{4E937895-BFDB-4720-9FBD-F8F8598FCE29}">
      <dgm:prSet/>
      <dgm:spPr/>
      <dgm:t>
        <a:bodyPr/>
        <a:lstStyle/>
        <a:p>
          <a:endParaRPr lang="en-US"/>
        </a:p>
      </dgm:t>
    </dgm:pt>
    <dgm:pt modelId="{3E382D95-709B-4879-8A31-85F369D6507B}">
      <dgm:prSet phldrT="[Text]" custT="1"/>
      <dgm:spPr>
        <a:solidFill>
          <a:schemeClr val="accent6"/>
        </a:solidFill>
      </dgm:spPr>
      <dgm:t>
        <a:bodyPr/>
        <a:lstStyle/>
        <a:p>
          <a:r>
            <a:rPr lang="en-US" sz="2000" b="1" dirty="0">
              <a:solidFill>
                <a:schemeClr val="bg1"/>
              </a:solidFill>
            </a:rPr>
            <a:t>2 Layers + Adam Lower Dropout</a:t>
          </a:r>
        </a:p>
      </dgm:t>
    </dgm:pt>
    <dgm:pt modelId="{765E7B88-D31E-40CA-8F97-74CB9CD3A88F}" type="parTrans" cxnId="{62FF6200-BBFC-4FC0-AEFE-4CAA70BF5CE0}">
      <dgm:prSet/>
      <dgm:spPr/>
      <dgm:t>
        <a:bodyPr/>
        <a:lstStyle/>
        <a:p>
          <a:endParaRPr lang="en-US"/>
        </a:p>
      </dgm:t>
    </dgm:pt>
    <dgm:pt modelId="{537187C7-8FC3-4C76-B054-B2E38139179B}" type="sibTrans" cxnId="{62FF6200-BBFC-4FC0-AEFE-4CAA70BF5CE0}">
      <dgm:prSet/>
      <dgm:spPr/>
      <dgm:t>
        <a:bodyPr/>
        <a:lstStyle/>
        <a:p>
          <a:endParaRPr lang="en-US"/>
        </a:p>
      </dgm:t>
    </dgm:pt>
    <dgm:pt modelId="{AC42DABA-A64D-43D9-8E7F-0B724450083D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2 hidden layers: 64/32 neurons </a:t>
          </a:r>
          <a:r>
            <a:rPr lang="en-US" sz="1200" b="0" dirty="0">
              <a:solidFill>
                <a:schemeClr val="tx1"/>
              </a:solidFill>
            </a:rPr>
            <a:t>&amp; </a:t>
          </a:r>
          <a:r>
            <a:rPr lang="en-US" sz="1200" b="0" dirty="0" err="1">
              <a:solidFill>
                <a:schemeClr val="tx1"/>
              </a:solidFill>
            </a:rPr>
            <a:t>ReLU</a:t>
          </a:r>
          <a:endParaRPr lang="en-US" sz="1200" dirty="0">
            <a:solidFill>
              <a:schemeClr val="tx1"/>
            </a:solidFill>
          </a:endParaRPr>
        </a:p>
      </dgm:t>
    </dgm:pt>
    <dgm:pt modelId="{78FA1D1D-CC51-40D4-88D2-BC6B350EA6D2}" type="parTrans" cxnId="{4BBD669E-9A2F-42B1-94BA-0CC7B79EC1E0}">
      <dgm:prSet/>
      <dgm:spPr/>
      <dgm:t>
        <a:bodyPr/>
        <a:lstStyle/>
        <a:p>
          <a:endParaRPr lang="en-US"/>
        </a:p>
      </dgm:t>
    </dgm:pt>
    <dgm:pt modelId="{D713CCB5-3F5D-4780-A84F-FCD9455A42F4}" type="sibTrans" cxnId="{4BBD669E-9A2F-42B1-94BA-0CC7B79EC1E0}">
      <dgm:prSet/>
      <dgm:spPr/>
      <dgm:t>
        <a:bodyPr/>
        <a:lstStyle/>
        <a:p>
          <a:endParaRPr lang="en-US"/>
        </a:p>
      </dgm:t>
    </dgm:pt>
    <dgm:pt modelId="{CC885C70-3505-42BE-AF1D-95D449C24EEC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Dropout rate: 0.1</a:t>
          </a:r>
        </a:p>
      </dgm:t>
    </dgm:pt>
    <dgm:pt modelId="{D172C474-FC90-4D9E-A3CC-C9F4365E78AD}" type="parTrans" cxnId="{B87EB3CE-A8BB-400C-A1A6-8FFBC0B5CB1D}">
      <dgm:prSet/>
      <dgm:spPr/>
      <dgm:t>
        <a:bodyPr/>
        <a:lstStyle/>
        <a:p>
          <a:endParaRPr lang="en-US"/>
        </a:p>
      </dgm:t>
    </dgm:pt>
    <dgm:pt modelId="{D616D04D-7294-4E42-BFC8-7FC43DA13CCA}" type="sibTrans" cxnId="{B87EB3CE-A8BB-400C-A1A6-8FFBC0B5CB1D}">
      <dgm:prSet/>
      <dgm:spPr/>
      <dgm:t>
        <a:bodyPr/>
        <a:lstStyle/>
        <a:p>
          <a:endParaRPr lang="en-US"/>
        </a:p>
      </dgm:t>
    </dgm:pt>
    <dgm:pt modelId="{6F22EB25-FFA8-494D-A9F9-D093F5EF7BAD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Optimizer: Adam</a:t>
          </a:r>
        </a:p>
      </dgm:t>
    </dgm:pt>
    <dgm:pt modelId="{A8316063-E5DA-4936-99FB-800374778492}" type="parTrans" cxnId="{2EF81CDB-BADB-4069-AA32-474495CDCEDD}">
      <dgm:prSet/>
      <dgm:spPr/>
      <dgm:t>
        <a:bodyPr/>
        <a:lstStyle/>
        <a:p>
          <a:endParaRPr lang="en-US"/>
        </a:p>
      </dgm:t>
    </dgm:pt>
    <dgm:pt modelId="{2F33F0E4-4D80-40BD-AD9A-E657F8BFB964}" type="sibTrans" cxnId="{2EF81CDB-BADB-4069-AA32-474495CDCEDD}">
      <dgm:prSet/>
      <dgm:spPr/>
      <dgm:t>
        <a:bodyPr/>
        <a:lstStyle/>
        <a:p>
          <a:endParaRPr lang="en-US"/>
        </a:p>
      </dgm:t>
    </dgm:pt>
    <dgm:pt modelId="{97AF7B13-9324-4DA7-837E-4E845305A8CE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Epochs: 100</a:t>
          </a:r>
        </a:p>
      </dgm:t>
    </dgm:pt>
    <dgm:pt modelId="{5FAF7FFE-5A8F-4CB1-AFC0-86A74FAC81E5}" type="parTrans" cxnId="{B2C4FAB5-5496-430A-984B-58EB29436D0E}">
      <dgm:prSet/>
      <dgm:spPr/>
      <dgm:t>
        <a:bodyPr/>
        <a:lstStyle/>
        <a:p>
          <a:endParaRPr lang="en-US"/>
        </a:p>
      </dgm:t>
    </dgm:pt>
    <dgm:pt modelId="{5FE0AB11-07A1-40D7-9EB7-5B58F5A40D48}" type="sibTrans" cxnId="{B2C4FAB5-5496-430A-984B-58EB29436D0E}">
      <dgm:prSet/>
      <dgm:spPr/>
      <dgm:t>
        <a:bodyPr/>
        <a:lstStyle/>
        <a:p>
          <a:endParaRPr lang="en-US"/>
        </a:p>
      </dgm:t>
    </dgm:pt>
    <dgm:pt modelId="{60B22934-D7D6-45CE-BB4A-7D00A2B931D1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Batch Size: 32</a:t>
          </a:r>
        </a:p>
      </dgm:t>
    </dgm:pt>
    <dgm:pt modelId="{458C8881-F385-4442-A2C6-8C4A6F9261B7}" type="parTrans" cxnId="{7D3B442B-257A-4E3E-AD4E-731E6B477CEF}">
      <dgm:prSet/>
      <dgm:spPr/>
      <dgm:t>
        <a:bodyPr/>
        <a:lstStyle/>
        <a:p>
          <a:endParaRPr lang="en-US"/>
        </a:p>
      </dgm:t>
    </dgm:pt>
    <dgm:pt modelId="{7A1F4E14-BC54-43A4-B1E5-631C54C6D651}" type="sibTrans" cxnId="{7D3B442B-257A-4E3E-AD4E-731E6B477CEF}">
      <dgm:prSet/>
      <dgm:spPr/>
      <dgm:t>
        <a:bodyPr/>
        <a:lstStyle/>
        <a:p>
          <a:endParaRPr lang="en-US"/>
        </a:p>
      </dgm:t>
    </dgm:pt>
    <dgm:pt modelId="{07F23DA8-373F-4B7F-A2C1-D557A5851C8E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Patience: 10</a:t>
          </a:r>
        </a:p>
      </dgm:t>
    </dgm:pt>
    <dgm:pt modelId="{C4CAAD36-0147-415A-8285-EBFD455C51D7}" type="parTrans" cxnId="{3E28A1FA-A058-4086-A7AB-9463BD434C73}">
      <dgm:prSet/>
      <dgm:spPr/>
      <dgm:t>
        <a:bodyPr/>
        <a:lstStyle/>
        <a:p>
          <a:endParaRPr lang="en-US"/>
        </a:p>
      </dgm:t>
    </dgm:pt>
    <dgm:pt modelId="{9D91BF05-850E-42EF-A76E-F8ACA07E26A1}" type="sibTrans" cxnId="{3E28A1FA-A058-4086-A7AB-9463BD434C73}">
      <dgm:prSet/>
      <dgm:spPr/>
      <dgm:t>
        <a:bodyPr/>
        <a:lstStyle/>
        <a:p>
          <a:endParaRPr lang="en-US"/>
        </a:p>
      </dgm:t>
    </dgm:pt>
    <dgm:pt modelId="{482F5201-604E-4724-9691-2F8CA732EB78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2 hidden layers: 64/32 neurons </a:t>
          </a:r>
          <a:r>
            <a:rPr lang="en-US" sz="1200" b="0" dirty="0">
              <a:solidFill>
                <a:schemeClr val="tx1"/>
              </a:solidFill>
            </a:rPr>
            <a:t>&amp; </a:t>
          </a:r>
          <a:r>
            <a:rPr lang="en-US" sz="1200" b="0" dirty="0" err="1">
              <a:solidFill>
                <a:schemeClr val="tx1"/>
              </a:solidFill>
            </a:rPr>
            <a:t>ReLU</a:t>
          </a:r>
          <a:endParaRPr lang="en-US" sz="1200" dirty="0">
            <a:solidFill>
              <a:schemeClr val="tx1"/>
            </a:solidFill>
          </a:endParaRPr>
        </a:p>
      </dgm:t>
    </dgm:pt>
    <dgm:pt modelId="{C1FCBFA8-7DF6-48DB-8176-9B07965A2919}" type="parTrans" cxnId="{7BB15EF2-3A77-4DFB-A3E5-EFAE11CF9424}">
      <dgm:prSet/>
      <dgm:spPr/>
      <dgm:t>
        <a:bodyPr/>
        <a:lstStyle/>
        <a:p>
          <a:endParaRPr lang="en-US"/>
        </a:p>
      </dgm:t>
    </dgm:pt>
    <dgm:pt modelId="{BF76721D-15EE-43FB-B213-68F59A7D0282}" type="sibTrans" cxnId="{7BB15EF2-3A77-4DFB-A3E5-EFAE11CF9424}">
      <dgm:prSet/>
      <dgm:spPr/>
      <dgm:t>
        <a:bodyPr/>
        <a:lstStyle/>
        <a:p>
          <a:endParaRPr lang="en-US"/>
        </a:p>
      </dgm:t>
    </dgm:pt>
    <dgm:pt modelId="{15E6809E-790A-405A-BA62-D125A5B3C2A7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b="0" dirty="0">
              <a:solidFill>
                <a:schemeClr val="tx1"/>
              </a:solidFill>
            </a:rPr>
            <a:t>Learning Rate: 0.001</a:t>
          </a:r>
        </a:p>
      </dgm:t>
    </dgm:pt>
    <dgm:pt modelId="{060B279A-769C-4945-A77E-CDA0593A0464}" type="parTrans" cxnId="{27460137-DF72-4E15-9DCC-8EE0B0B55E8F}">
      <dgm:prSet/>
      <dgm:spPr/>
      <dgm:t>
        <a:bodyPr/>
        <a:lstStyle/>
        <a:p>
          <a:endParaRPr lang="en-US"/>
        </a:p>
      </dgm:t>
    </dgm:pt>
    <dgm:pt modelId="{B083E339-6573-412F-BFA4-47306380F8E8}" type="sibTrans" cxnId="{27460137-DF72-4E15-9DCC-8EE0B0B55E8F}">
      <dgm:prSet/>
      <dgm:spPr/>
      <dgm:t>
        <a:bodyPr/>
        <a:lstStyle/>
        <a:p>
          <a:endParaRPr lang="en-US"/>
        </a:p>
      </dgm:t>
    </dgm:pt>
    <dgm:pt modelId="{4E7C5455-2E50-4332-8D71-0850AC23658B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Learning Rate: 0.001</a:t>
          </a:r>
        </a:p>
      </dgm:t>
    </dgm:pt>
    <dgm:pt modelId="{E2299160-B143-410E-971A-DB974BAE1F0E}" type="parTrans" cxnId="{393EAFA6-9045-4A33-88A8-4FA966DE836B}">
      <dgm:prSet/>
      <dgm:spPr/>
      <dgm:t>
        <a:bodyPr/>
        <a:lstStyle/>
        <a:p>
          <a:endParaRPr lang="en-US"/>
        </a:p>
      </dgm:t>
    </dgm:pt>
    <dgm:pt modelId="{B4139FA3-4EB4-4EF7-B015-C6682DFB8EE1}" type="sibTrans" cxnId="{393EAFA6-9045-4A33-88A8-4FA966DE836B}">
      <dgm:prSet/>
      <dgm:spPr/>
      <dgm:t>
        <a:bodyPr/>
        <a:lstStyle/>
        <a:p>
          <a:endParaRPr lang="en-US"/>
        </a:p>
      </dgm:t>
    </dgm:pt>
    <dgm:pt modelId="{69CF73CC-C670-4A2E-81A0-684433CD10CD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Learning Rate: 0.005</a:t>
          </a:r>
        </a:p>
      </dgm:t>
    </dgm:pt>
    <dgm:pt modelId="{E35B3AE1-091C-4EA1-9F15-E3A55845E55E}" type="parTrans" cxnId="{5DEA2054-BDA3-4016-86BA-FDD306947302}">
      <dgm:prSet/>
      <dgm:spPr/>
      <dgm:t>
        <a:bodyPr/>
        <a:lstStyle/>
        <a:p>
          <a:endParaRPr lang="en-US"/>
        </a:p>
      </dgm:t>
    </dgm:pt>
    <dgm:pt modelId="{9BB3862E-AB63-4C48-9D87-17C58ABEBD11}" type="sibTrans" cxnId="{5DEA2054-BDA3-4016-86BA-FDD306947302}">
      <dgm:prSet/>
      <dgm:spPr/>
      <dgm:t>
        <a:bodyPr/>
        <a:lstStyle/>
        <a:p>
          <a:endParaRPr lang="en-US"/>
        </a:p>
      </dgm:t>
    </dgm:pt>
    <dgm:pt modelId="{E9F4A670-6684-4752-A229-AE175D0F7403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Learning Rate: 0.01</a:t>
          </a:r>
        </a:p>
      </dgm:t>
    </dgm:pt>
    <dgm:pt modelId="{E0E21314-0A3C-43B7-AFBA-301FBB56E3CA}" type="parTrans" cxnId="{FCED1F7B-6116-43CB-9801-7A13A24C1903}">
      <dgm:prSet/>
      <dgm:spPr/>
      <dgm:t>
        <a:bodyPr/>
        <a:lstStyle/>
        <a:p>
          <a:endParaRPr lang="en-US"/>
        </a:p>
      </dgm:t>
    </dgm:pt>
    <dgm:pt modelId="{23130EEF-FE79-4338-BEBE-71C9ED116F60}" type="sibTrans" cxnId="{FCED1F7B-6116-43CB-9801-7A13A24C1903}">
      <dgm:prSet/>
      <dgm:spPr/>
      <dgm:t>
        <a:bodyPr/>
        <a:lstStyle/>
        <a:p>
          <a:endParaRPr lang="en-US"/>
        </a:p>
      </dgm:t>
    </dgm:pt>
    <dgm:pt modelId="{63679FC4-135F-4923-9E37-247998207592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Learning Rate: 0.001</a:t>
          </a:r>
        </a:p>
      </dgm:t>
    </dgm:pt>
    <dgm:pt modelId="{F783E2B8-ECBC-45A6-9CE7-1C63AA7B4B28}" type="parTrans" cxnId="{80DF54AD-5636-467A-9ED2-6DDDBD3EDF7D}">
      <dgm:prSet/>
      <dgm:spPr/>
      <dgm:t>
        <a:bodyPr/>
        <a:lstStyle/>
        <a:p>
          <a:endParaRPr lang="en-US"/>
        </a:p>
      </dgm:t>
    </dgm:pt>
    <dgm:pt modelId="{2A6130BA-333E-4655-9F99-71F6C5AA5A15}" type="sibTrans" cxnId="{80DF54AD-5636-467A-9ED2-6DDDBD3EDF7D}">
      <dgm:prSet/>
      <dgm:spPr/>
      <dgm:t>
        <a:bodyPr/>
        <a:lstStyle/>
        <a:p>
          <a:endParaRPr lang="en-US"/>
        </a:p>
      </dgm:t>
    </dgm:pt>
    <dgm:pt modelId="{9A0212A5-17E2-4844-9C9C-F3A17A55ADDA}">
      <dgm:prSet phldrT="[Text]" custT="1"/>
      <dgm:spPr>
        <a:solidFill>
          <a:schemeClr val="accent5"/>
        </a:solidFill>
      </dgm:spPr>
      <dgm:t>
        <a:bodyPr/>
        <a:lstStyle/>
        <a:p>
          <a:r>
            <a:rPr lang="en-US" sz="2000" b="1" dirty="0">
              <a:solidFill>
                <a:schemeClr val="bg1"/>
              </a:solidFill>
            </a:rPr>
            <a:t>1 Layer + Adam</a:t>
          </a:r>
        </a:p>
      </dgm:t>
    </dgm:pt>
    <dgm:pt modelId="{9A4584FE-7FAA-4658-A04B-A286C8D0D1FD}" type="sibTrans" cxnId="{82B2C52E-647C-41F5-AD0D-DA109B8CCCD7}">
      <dgm:prSet/>
      <dgm:spPr/>
      <dgm:t>
        <a:bodyPr/>
        <a:lstStyle/>
        <a:p>
          <a:endParaRPr lang="en-US"/>
        </a:p>
      </dgm:t>
    </dgm:pt>
    <dgm:pt modelId="{E9AB0169-985A-4267-9D16-892B914CBDCB}" type="parTrans" cxnId="{82B2C52E-647C-41F5-AD0D-DA109B8CCCD7}">
      <dgm:prSet/>
      <dgm:spPr/>
      <dgm:t>
        <a:bodyPr/>
        <a:lstStyle/>
        <a:p>
          <a:endParaRPr lang="en-US"/>
        </a:p>
      </dgm:t>
    </dgm:pt>
    <dgm:pt modelId="{61B9C611-5E54-4672-A119-81A10D3C298A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b="0" dirty="0">
              <a:solidFill>
                <a:schemeClr val="tx1"/>
              </a:solidFill>
            </a:rPr>
            <a:t>Sigmoid in output</a:t>
          </a:r>
        </a:p>
      </dgm:t>
    </dgm:pt>
    <dgm:pt modelId="{AB6C6437-2F6B-423D-BB28-2B174D73E52C}" type="parTrans" cxnId="{89EA8EEF-94E4-4653-803B-A23D232BEC35}">
      <dgm:prSet/>
      <dgm:spPr/>
      <dgm:t>
        <a:bodyPr/>
        <a:lstStyle/>
        <a:p>
          <a:endParaRPr lang="en-US"/>
        </a:p>
      </dgm:t>
    </dgm:pt>
    <dgm:pt modelId="{6EAAD81A-9E80-4E16-854B-5CD12A8C2EDA}" type="sibTrans" cxnId="{89EA8EEF-94E4-4653-803B-A23D232BEC35}">
      <dgm:prSet/>
      <dgm:spPr/>
      <dgm:t>
        <a:bodyPr/>
        <a:lstStyle/>
        <a:p>
          <a:endParaRPr lang="en-US"/>
        </a:p>
      </dgm:t>
    </dgm:pt>
    <dgm:pt modelId="{1CB2DB27-E181-47F8-92D3-553929C9AE44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b="0" dirty="0">
              <a:solidFill>
                <a:schemeClr val="tx1"/>
              </a:solidFill>
            </a:rPr>
            <a:t>Sigmoid in output</a:t>
          </a:r>
          <a:endParaRPr lang="en-US" sz="1200" dirty="0">
            <a:solidFill>
              <a:schemeClr val="tx1"/>
            </a:solidFill>
          </a:endParaRPr>
        </a:p>
      </dgm:t>
    </dgm:pt>
    <dgm:pt modelId="{35A0D68B-D854-4462-A4EC-5B8F542AF641}" type="parTrans" cxnId="{1E5891BA-9321-4203-9873-B528148A75D1}">
      <dgm:prSet/>
      <dgm:spPr/>
      <dgm:t>
        <a:bodyPr/>
        <a:lstStyle/>
        <a:p>
          <a:endParaRPr lang="en-US"/>
        </a:p>
      </dgm:t>
    </dgm:pt>
    <dgm:pt modelId="{DA27E850-03C4-431D-8BA3-CE73898BBE62}" type="sibTrans" cxnId="{1E5891BA-9321-4203-9873-B528148A75D1}">
      <dgm:prSet/>
      <dgm:spPr/>
      <dgm:t>
        <a:bodyPr/>
        <a:lstStyle/>
        <a:p>
          <a:endParaRPr lang="en-US"/>
        </a:p>
      </dgm:t>
    </dgm:pt>
    <dgm:pt modelId="{5F220553-06BE-41BD-9F10-1A2E7EF95A70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b="0" dirty="0">
              <a:solidFill>
                <a:schemeClr val="tx1"/>
              </a:solidFill>
            </a:rPr>
            <a:t>Sigmoid in output</a:t>
          </a:r>
          <a:endParaRPr lang="en-US" sz="1200" dirty="0">
            <a:solidFill>
              <a:schemeClr val="tx1"/>
            </a:solidFill>
          </a:endParaRPr>
        </a:p>
      </dgm:t>
    </dgm:pt>
    <dgm:pt modelId="{5C41D34D-0834-40B0-9F35-509ED3201186}" type="parTrans" cxnId="{38A30FB4-E01A-483E-8BA9-2BFAED9EC55B}">
      <dgm:prSet/>
      <dgm:spPr/>
      <dgm:t>
        <a:bodyPr/>
        <a:lstStyle/>
        <a:p>
          <a:endParaRPr lang="en-US"/>
        </a:p>
      </dgm:t>
    </dgm:pt>
    <dgm:pt modelId="{207720A3-D4CC-4E41-82FA-EE09DA99D4C3}" type="sibTrans" cxnId="{38A30FB4-E01A-483E-8BA9-2BFAED9EC55B}">
      <dgm:prSet/>
      <dgm:spPr/>
      <dgm:t>
        <a:bodyPr/>
        <a:lstStyle/>
        <a:p>
          <a:endParaRPr lang="en-US"/>
        </a:p>
      </dgm:t>
    </dgm:pt>
    <dgm:pt modelId="{3407FDF9-C909-4EEB-9E8A-31942DFC8FB9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b="0" dirty="0">
              <a:solidFill>
                <a:schemeClr val="tx1"/>
              </a:solidFill>
            </a:rPr>
            <a:t>Sigmoid in output</a:t>
          </a:r>
          <a:endParaRPr lang="en-US" sz="1200" dirty="0">
            <a:solidFill>
              <a:schemeClr val="tx1"/>
            </a:solidFill>
          </a:endParaRPr>
        </a:p>
      </dgm:t>
    </dgm:pt>
    <dgm:pt modelId="{717676DE-280B-4ACA-A3D0-FE5E7F650137}" type="parTrans" cxnId="{049714E3-1B02-47D9-9168-6A11A15ACB95}">
      <dgm:prSet/>
      <dgm:spPr/>
      <dgm:t>
        <a:bodyPr/>
        <a:lstStyle/>
        <a:p>
          <a:endParaRPr lang="en-US"/>
        </a:p>
      </dgm:t>
    </dgm:pt>
    <dgm:pt modelId="{DEB17EE6-EF6F-4B99-B617-283E78CAEF96}" type="sibTrans" cxnId="{049714E3-1B02-47D9-9168-6A11A15ACB95}">
      <dgm:prSet/>
      <dgm:spPr/>
      <dgm:t>
        <a:bodyPr/>
        <a:lstStyle/>
        <a:p>
          <a:endParaRPr lang="en-US"/>
        </a:p>
      </dgm:t>
    </dgm:pt>
    <dgm:pt modelId="{6E9F55B0-F59C-4626-B94E-33DC6E6D77ED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b="0" dirty="0">
              <a:solidFill>
                <a:schemeClr val="tx1"/>
              </a:solidFill>
            </a:rPr>
            <a:t>Sigmoid in output</a:t>
          </a:r>
          <a:endParaRPr lang="en-US" sz="1200" dirty="0">
            <a:solidFill>
              <a:schemeClr val="tx1"/>
            </a:solidFill>
          </a:endParaRPr>
        </a:p>
      </dgm:t>
    </dgm:pt>
    <dgm:pt modelId="{E12248A8-7ABF-4DE2-893A-728915E6CCFD}" type="parTrans" cxnId="{E1C81C94-0A33-4651-BA8B-4E63CAF7B8D2}">
      <dgm:prSet/>
      <dgm:spPr/>
      <dgm:t>
        <a:bodyPr/>
        <a:lstStyle/>
        <a:p>
          <a:endParaRPr lang="en-US"/>
        </a:p>
      </dgm:t>
    </dgm:pt>
    <dgm:pt modelId="{531DC388-A69F-45E8-A989-494D0F8F34DE}" type="sibTrans" cxnId="{E1C81C94-0A33-4651-BA8B-4E63CAF7B8D2}">
      <dgm:prSet/>
      <dgm:spPr/>
      <dgm:t>
        <a:bodyPr/>
        <a:lstStyle/>
        <a:p>
          <a:endParaRPr lang="en-US"/>
        </a:p>
      </dgm:t>
    </dgm:pt>
    <dgm:pt modelId="{D952A1DB-5874-4DE4-93F1-67C1A2F9FF32}" type="pres">
      <dgm:prSet presAssocID="{6ABDDE12-C8F9-4C72-AE0C-AF54509E94E1}" presName="theList" presStyleCnt="0">
        <dgm:presLayoutVars>
          <dgm:dir/>
          <dgm:animLvl val="lvl"/>
          <dgm:resizeHandles val="exact"/>
        </dgm:presLayoutVars>
      </dgm:prSet>
      <dgm:spPr/>
    </dgm:pt>
    <dgm:pt modelId="{2BC985C5-2D35-48CC-9190-F45ABD93DAA7}" type="pres">
      <dgm:prSet presAssocID="{9A0212A5-17E2-4844-9C9C-F3A17A55ADDA}" presName="compNode" presStyleCnt="0"/>
      <dgm:spPr/>
    </dgm:pt>
    <dgm:pt modelId="{7ABED3E8-3A7B-48CA-8D6C-019CD2111EB0}" type="pres">
      <dgm:prSet presAssocID="{9A0212A5-17E2-4844-9C9C-F3A17A55ADDA}" presName="aNode" presStyleLbl="bgShp" presStyleIdx="0" presStyleCnt="5"/>
      <dgm:spPr/>
    </dgm:pt>
    <dgm:pt modelId="{7D2F28CB-262B-4295-898E-6B8ED9FCBFF5}" type="pres">
      <dgm:prSet presAssocID="{9A0212A5-17E2-4844-9C9C-F3A17A55ADDA}" presName="textNode" presStyleLbl="bgShp" presStyleIdx="0" presStyleCnt="5"/>
      <dgm:spPr/>
    </dgm:pt>
    <dgm:pt modelId="{74452F01-FC85-472D-BB61-98DF4831BBC5}" type="pres">
      <dgm:prSet presAssocID="{9A0212A5-17E2-4844-9C9C-F3A17A55ADDA}" presName="compChildNode" presStyleCnt="0"/>
      <dgm:spPr/>
    </dgm:pt>
    <dgm:pt modelId="{A62AB504-0B5D-422E-B4CE-5664D17F5E23}" type="pres">
      <dgm:prSet presAssocID="{9A0212A5-17E2-4844-9C9C-F3A17A55ADDA}" presName="theInnerList" presStyleCnt="0"/>
      <dgm:spPr/>
    </dgm:pt>
    <dgm:pt modelId="{1033017A-836C-4F7F-A0D7-7696ABDBD658}" type="pres">
      <dgm:prSet presAssocID="{C8FB7871-1215-4CDB-AB15-47A1300DACB6}" presName="childNode" presStyleLbl="node1" presStyleIdx="0" presStyleCnt="40">
        <dgm:presLayoutVars>
          <dgm:bulletEnabled val="1"/>
        </dgm:presLayoutVars>
      </dgm:prSet>
      <dgm:spPr/>
    </dgm:pt>
    <dgm:pt modelId="{8887EB48-88C0-440B-B559-B55C15BD3154}" type="pres">
      <dgm:prSet presAssocID="{C8FB7871-1215-4CDB-AB15-47A1300DACB6}" presName="aSpace2" presStyleCnt="0"/>
      <dgm:spPr/>
    </dgm:pt>
    <dgm:pt modelId="{69356F17-4B5E-44AD-8295-24A7585F5919}" type="pres">
      <dgm:prSet presAssocID="{ACE33C4D-F9EA-4A93-A344-6D6E09086F9A}" presName="childNode" presStyleLbl="node1" presStyleIdx="1" presStyleCnt="40">
        <dgm:presLayoutVars>
          <dgm:bulletEnabled val="1"/>
        </dgm:presLayoutVars>
      </dgm:prSet>
      <dgm:spPr/>
    </dgm:pt>
    <dgm:pt modelId="{2EF7B75E-B31D-4048-80DA-3D92132A210A}" type="pres">
      <dgm:prSet presAssocID="{ACE33C4D-F9EA-4A93-A344-6D6E09086F9A}" presName="aSpace2" presStyleCnt="0"/>
      <dgm:spPr/>
    </dgm:pt>
    <dgm:pt modelId="{45215CF1-D0DB-43C0-80C1-E4A79151BD40}" type="pres">
      <dgm:prSet presAssocID="{974123AA-3941-4E14-900F-1D4E5C20ED1B}" presName="childNode" presStyleLbl="node1" presStyleIdx="2" presStyleCnt="40">
        <dgm:presLayoutVars>
          <dgm:bulletEnabled val="1"/>
        </dgm:presLayoutVars>
      </dgm:prSet>
      <dgm:spPr/>
    </dgm:pt>
    <dgm:pt modelId="{75B6D848-E207-433D-AC68-C5963E28820D}" type="pres">
      <dgm:prSet presAssocID="{974123AA-3941-4E14-900F-1D4E5C20ED1B}" presName="aSpace2" presStyleCnt="0"/>
      <dgm:spPr/>
    </dgm:pt>
    <dgm:pt modelId="{B238F4F6-7F06-4836-9D9E-4728CFF100B8}" type="pres">
      <dgm:prSet presAssocID="{15E6809E-790A-405A-BA62-D125A5B3C2A7}" presName="childNode" presStyleLbl="node1" presStyleIdx="3" presStyleCnt="40">
        <dgm:presLayoutVars>
          <dgm:bulletEnabled val="1"/>
        </dgm:presLayoutVars>
      </dgm:prSet>
      <dgm:spPr/>
    </dgm:pt>
    <dgm:pt modelId="{9E3E1D52-3F8B-453E-8C18-AA8C6DF5D6A4}" type="pres">
      <dgm:prSet presAssocID="{15E6809E-790A-405A-BA62-D125A5B3C2A7}" presName="aSpace2" presStyleCnt="0"/>
      <dgm:spPr/>
    </dgm:pt>
    <dgm:pt modelId="{ED1AAD90-458B-4650-8AA4-362A259AC80C}" type="pres">
      <dgm:prSet presAssocID="{A88128E7-0FFF-4F22-90D4-72B939241D17}" presName="childNode" presStyleLbl="node1" presStyleIdx="4" presStyleCnt="40">
        <dgm:presLayoutVars>
          <dgm:bulletEnabled val="1"/>
        </dgm:presLayoutVars>
      </dgm:prSet>
      <dgm:spPr/>
    </dgm:pt>
    <dgm:pt modelId="{02C9CAA9-576B-415D-A080-45B2B27CCD65}" type="pres">
      <dgm:prSet presAssocID="{A88128E7-0FFF-4F22-90D4-72B939241D17}" presName="aSpace2" presStyleCnt="0"/>
      <dgm:spPr/>
    </dgm:pt>
    <dgm:pt modelId="{128C9686-C9D6-4E18-9E04-9850AA1A1EF4}" type="pres">
      <dgm:prSet presAssocID="{EB3B50A5-DD3D-49A0-93A7-E8347FF932C0}" presName="childNode" presStyleLbl="node1" presStyleIdx="5" presStyleCnt="40">
        <dgm:presLayoutVars>
          <dgm:bulletEnabled val="1"/>
        </dgm:presLayoutVars>
      </dgm:prSet>
      <dgm:spPr/>
    </dgm:pt>
    <dgm:pt modelId="{0071188B-0F06-4802-81C7-E87CE7BD2D1C}" type="pres">
      <dgm:prSet presAssocID="{EB3B50A5-DD3D-49A0-93A7-E8347FF932C0}" presName="aSpace2" presStyleCnt="0"/>
      <dgm:spPr/>
    </dgm:pt>
    <dgm:pt modelId="{377FFF0A-A5B1-4D1C-9021-9B9396286C3A}" type="pres">
      <dgm:prSet presAssocID="{AC2409AD-5E00-42C2-B93A-7B380C6009A1}" presName="childNode" presStyleLbl="node1" presStyleIdx="6" presStyleCnt="40">
        <dgm:presLayoutVars>
          <dgm:bulletEnabled val="1"/>
        </dgm:presLayoutVars>
      </dgm:prSet>
      <dgm:spPr/>
    </dgm:pt>
    <dgm:pt modelId="{99FFA781-85E7-401A-B774-B0DB7941A359}" type="pres">
      <dgm:prSet presAssocID="{AC2409AD-5E00-42C2-B93A-7B380C6009A1}" presName="aSpace2" presStyleCnt="0"/>
      <dgm:spPr/>
    </dgm:pt>
    <dgm:pt modelId="{ACD8F604-C21B-4F85-B6F6-EA030DE93B56}" type="pres">
      <dgm:prSet presAssocID="{61B9C611-5E54-4672-A119-81A10D3C298A}" presName="childNode" presStyleLbl="node1" presStyleIdx="7" presStyleCnt="40">
        <dgm:presLayoutVars>
          <dgm:bulletEnabled val="1"/>
        </dgm:presLayoutVars>
      </dgm:prSet>
      <dgm:spPr/>
    </dgm:pt>
    <dgm:pt modelId="{F398654C-2E61-443A-93E6-2641989FEACB}" type="pres">
      <dgm:prSet presAssocID="{9A0212A5-17E2-4844-9C9C-F3A17A55ADDA}" presName="aSpace" presStyleCnt="0"/>
      <dgm:spPr/>
    </dgm:pt>
    <dgm:pt modelId="{22BB4B5B-0239-4873-92BB-9E7671C28D42}" type="pres">
      <dgm:prSet presAssocID="{E8B0413D-A47B-458A-9AC7-6073C5BF880E}" presName="compNode" presStyleCnt="0"/>
      <dgm:spPr/>
    </dgm:pt>
    <dgm:pt modelId="{7D3166F7-DFA2-4999-B3FB-6DB6946FE075}" type="pres">
      <dgm:prSet presAssocID="{E8B0413D-A47B-458A-9AC7-6073C5BF880E}" presName="aNode" presStyleLbl="bgShp" presStyleIdx="1" presStyleCnt="5"/>
      <dgm:spPr/>
    </dgm:pt>
    <dgm:pt modelId="{48FDECB3-244A-40B9-9AA0-DE1B8384E8D6}" type="pres">
      <dgm:prSet presAssocID="{E8B0413D-A47B-458A-9AC7-6073C5BF880E}" presName="textNode" presStyleLbl="bgShp" presStyleIdx="1" presStyleCnt="5"/>
      <dgm:spPr/>
    </dgm:pt>
    <dgm:pt modelId="{8734733C-1109-4488-A6D2-5AFC2E730AFA}" type="pres">
      <dgm:prSet presAssocID="{E8B0413D-A47B-458A-9AC7-6073C5BF880E}" presName="compChildNode" presStyleCnt="0"/>
      <dgm:spPr/>
    </dgm:pt>
    <dgm:pt modelId="{B034559B-2010-4493-B962-4E36847F87DD}" type="pres">
      <dgm:prSet presAssocID="{E8B0413D-A47B-458A-9AC7-6073C5BF880E}" presName="theInnerList" presStyleCnt="0"/>
      <dgm:spPr/>
    </dgm:pt>
    <dgm:pt modelId="{BD8CB8E7-A3BC-4403-831B-43CDCFC388FD}" type="pres">
      <dgm:prSet presAssocID="{DA8CCF99-C805-4960-B6DF-EA5352FCAB9B}" presName="childNode" presStyleLbl="node1" presStyleIdx="8" presStyleCnt="40">
        <dgm:presLayoutVars>
          <dgm:bulletEnabled val="1"/>
        </dgm:presLayoutVars>
      </dgm:prSet>
      <dgm:spPr/>
    </dgm:pt>
    <dgm:pt modelId="{865E6A47-A79C-46CC-9B11-C86E8AA9ED16}" type="pres">
      <dgm:prSet presAssocID="{DA8CCF99-C805-4960-B6DF-EA5352FCAB9B}" presName="aSpace2" presStyleCnt="0"/>
      <dgm:spPr/>
    </dgm:pt>
    <dgm:pt modelId="{14215DA6-0B16-4622-A03D-56123DFE30F8}" type="pres">
      <dgm:prSet presAssocID="{27A76D17-F98D-417A-BB91-D034F7EF70A1}" presName="childNode" presStyleLbl="node1" presStyleIdx="9" presStyleCnt="40">
        <dgm:presLayoutVars>
          <dgm:bulletEnabled val="1"/>
        </dgm:presLayoutVars>
      </dgm:prSet>
      <dgm:spPr/>
    </dgm:pt>
    <dgm:pt modelId="{93B4321F-7769-4182-B401-4CE5440F9F43}" type="pres">
      <dgm:prSet presAssocID="{27A76D17-F98D-417A-BB91-D034F7EF70A1}" presName="aSpace2" presStyleCnt="0"/>
      <dgm:spPr/>
    </dgm:pt>
    <dgm:pt modelId="{E46EBE9C-34D5-4664-81A8-16391D7FA9CD}" type="pres">
      <dgm:prSet presAssocID="{07063FF6-2B0C-4141-B25A-B01DA19FAFE2}" presName="childNode" presStyleLbl="node1" presStyleIdx="10" presStyleCnt="40">
        <dgm:presLayoutVars>
          <dgm:bulletEnabled val="1"/>
        </dgm:presLayoutVars>
      </dgm:prSet>
      <dgm:spPr/>
    </dgm:pt>
    <dgm:pt modelId="{F507C8D2-AF15-41B3-ACA5-0F268847AB91}" type="pres">
      <dgm:prSet presAssocID="{07063FF6-2B0C-4141-B25A-B01DA19FAFE2}" presName="aSpace2" presStyleCnt="0"/>
      <dgm:spPr/>
    </dgm:pt>
    <dgm:pt modelId="{A0C0A948-AF9E-45A8-83B1-F94A1C2BDACB}" type="pres">
      <dgm:prSet presAssocID="{4E7C5455-2E50-4332-8D71-0850AC23658B}" presName="childNode" presStyleLbl="node1" presStyleIdx="11" presStyleCnt="40">
        <dgm:presLayoutVars>
          <dgm:bulletEnabled val="1"/>
        </dgm:presLayoutVars>
      </dgm:prSet>
      <dgm:spPr/>
    </dgm:pt>
    <dgm:pt modelId="{2D2712E8-F964-4506-9168-3879AB6FFCBC}" type="pres">
      <dgm:prSet presAssocID="{4E7C5455-2E50-4332-8D71-0850AC23658B}" presName="aSpace2" presStyleCnt="0"/>
      <dgm:spPr/>
    </dgm:pt>
    <dgm:pt modelId="{47DE30D3-6C38-4E95-B397-282445BB1141}" type="pres">
      <dgm:prSet presAssocID="{5382FF35-D082-4C97-A8D8-E43710F48C3A}" presName="childNode" presStyleLbl="node1" presStyleIdx="12" presStyleCnt="40">
        <dgm:presLayoutVars>
          <dgm:bulletEnabled val="1"/>
        </dgm:presLayoutVars>
      </dgm:prSet>
      <dgm:spPr/>
    </dgm:pt>
    <dgm:pt modelId="{BC9D66B6-BE4F-42C3-8D26-B6ADFDA11396}" type="pres">
      <dgm:prSet presAssocID="{5382FF35-D082-4C97-A8D8-E43710F48C3A}" presName="aSpace2" presStyleCnt="0"/>
      <dgm:spPr/>
    </dgm:pt>
    <dgm:pt modelId="{D87BEBCA-A5EA-442A-B1D4-C3027B4C933D}" type="pres">
      <dgm:prSet presAssocID="{7515CEBA-508A-4F4F-9B80-0CB4988F2DD1}" presName="childNode" presStyleLbl="node1" presStyleIdx="13" presStyleCnt="40">
        <dgm:presLayoutVars>
          <dgm:bulletEnabled val="1"/>
        </dgm:presLayoutVars>
      </dgm:prSet>
      <dgm:spPr/>
    </dgm:pt>
    <dgm:pt modelId="{60FC44E9-AFC2-4B68-94D6-9B46D2AC8321}" type="pres">
      <dgm:prSet presAssocID="{7515CEBA-508A-4F4F-9B80-0CB4988F2DD1}" presName="aSpace2" presStyleCnt="0"/>
      <dgm:spPr/>
    </dgm:pt>
    <dgm:pt modelId="{3A0D8C3A-BF9F-4613-A137-779AF04AF45D}" type="pres">
      <dgm:prSet presAssocID="{4CFE4268-D26B-4C48-A897-029B01AB1C88}" presName="childNode" presStyleLbl="node1" presStyleIdx="14" presStyleCnt="40">
        <dgm:presLayoutVars>
          <dgm:bulletEnabled val="1"/>
        </dgm:presLayoutVars>
      </dgm:prSet>
      <dgm:spPr/>
    </dgm:pt>
    <dgm:pt modelId="{4D42AD37-930F-4C53-89B8-6D4F64D1DB6C}" type="pres">
      <dgm:prSet presAssocID="{4CFE4268-D26B-4C48-A897-029B01AB1C88}" presName="aSpace2" presStyleCnt="0"/>
      <dgm:spPr/>
    </dgm:pt>
    <dgm:pt modelId="{DCEA3190-64DD-431E-9B60-E47E7CFFE3A6}" type="pres">
      <dgm:prSet presAssocID="{1CB2DB27-E181-47F8-92D3-553929C9AE44}" presName="childNode" presStyleLbl="node1" presStyleIdx="15" presStyleCnt="40">
        <dgm:presLayoutVars>
          <dgm:bulletEnabled val="1"/>
        </dgm:presLayoutVars>
      </dgm:prSet>
      <dgm:spPr/>
    </dgm:pt>
    <dgm:pt modelId="{C06AB3E9-61FE-4410-8E71-B05738C1910E}" type="pres">
      <dgm:prSet presAssocID="{E8B0413D-A47B-458A-9AC7-6073C5BF880E}" presName="aSpace" presStyleCnt="0"/>
      <dgm:spPr/>
    </dgm:pt>
    <dgm:pt modelId="{606EC2EC-D056-465C-8A2C-F30FAC85962A}" type="pres">
      <dgm:prSet presAssocID="{3E14E10E-1CFB-48BD-B039-282EC4F15865}" presName="compNode" presStyleCnt="0"/>
      <dgm:spPr/>
    </dgm:pt>
    <dgm:pt modelId="{1B74B0A6-F3FE-4491-B75F-CE46319FEC5F}" type="pres">
      <dgm:prSet presAssocID="{3E14E10E-1CFB-48BD-B039-282EC4F15865}" presName="aNode" presStyleLbl="bgShp" presStyleIdx="2" presStyleCnt="5"/>
      <dgm:spPr/>
    </dgm:pt>
    <dgm:pt modelId="{EB90CF75-3D48-4B6D-81B9-529B6769CF8E}" type="pres">
      <dgm:prSet presAssocID="{3E14E10E-1CFB-48BD-B039-282EC4F15865}" presName="textNode" presStyleLbl="bgShp" presStyleIdx="2" presStyleCnt="5"/>
      <dgm:spPr/>
    </dgm:pt>
    <dgm:pt modelId="{47643501-B6C8-4820-84DB-A97679DD9D23}" type="pres">
      <dgm:prSet presAssocID="{3E14E10E-1CFB-48BD-B039-282EC4F15865}" presName="compChildNode" presStyleCnt="0"/>
      <dgm:spPr/>
    </dgm:pt>
    <dgm:pt modelId="{5E644346-0D60-46A6-A2EA-7F12DD0CB622}" type="pres">
      <dgm:prSet presAssocID="{3E14E10E-1CFB-48BD-B039-282EC4F15865}" presName="theInnerList" presStyleCnt="0"/>
      <dgm:spPr/>
    </dgm:pt>
    <dgm:pt modelId="{233B2A96-91DD-4A32-AF26-9C1977AA5E47}" type="pres">
      <dgm:prSet presAssocID="{432B6FDC-2DBC-414B-A0B5-BC6E52C7D329}" presName="childNode" presStyleLbl="node1" presStyleIdx="16" presStyleCnt="40">
        <dgm:presLayoutVars>
          <dgm:bulletEnabled val="1"/>
        </dgm:presLayoutVars>
      </dgm:prSet>
      <dgm:spPr/>
    </dgm:pt>
    <dgm:pt modelId="{CE145505-6363-4702-83D5-8DC5AFFCF77F}" type="pres">
      <dgm:prSet presAssocID="{432B6FDC-2DBC-414B-A0B5-BC6E52C7D329}" presName="aSpace2" presStyleCnt="0"/>
      <dgm:spPr/>
    </dgm:pt>
    <dgm:pt modelId="{88EF110A-0750-4C43-943B-06B67F569B1D}" type="pres">
      <dgm:prSet presAssocID="{4F895DBB-8750-4C50-B94A-F7C1AB1A7D28}" presName="childNode" presStyleLbl="node1" presStyleIdx="17" presStyleCnt="40">
        <dgm:presLayoutVars>
          <dgm:bulletEnabled val="1"/>
        </dgm:presLayoutVars>
      </dgm:prSet>
      <dgm:spPr/>
    </dgm:pt>
    <dgm:pt modelId="{2C0BA09F-9FC1-4249-8227-FF0DC02E7FE1}" type="pres">
      <dgm:prSet presAssocID="{4F895DBB-8750-4C50-B94A-F7C1AB1A7D28}" presName="aSpace2" presStyleCnt="0"/>
      <dgm:spPr/>
    </dgm:pt>
    <dgm:pt modelId="{215203C5-F3F4-449D-B7E9-C5A75209CB35}" type="pres">
      <dgm:prSet presAssocID="{B134731A-B33F-416B-8AE7-FB6344700501}" presName="childNode" presStyleLbl="node1" presStyleIdx="18" presStyleCnt="40">
        <dgm:presLayoutVars>
          <dgm:bulletEnabled val="1"/>
        </dgm:presLayoutVars>
      </dgm:prSet>
      <dgm:spPr/>
    </dgm:pt>
    <dgm:pt modelId="{3466934D-EFEF-4F41-B292-ECA27FBC83BA}" type="pres">
      <dgm:prSet presAssocID="{B134731A-B33F-416B-8AE7-FB6344700501}" presName="aSpace2" presStyleCnt="0"/>
      <dgm:spPr/>
    </dgm:pt>
    <dgm:pt modelId="{0AE4CB49-9E32-4241-AA1C-4649BE68326C}" type="pres">
      <dgm:prSet presAssocID="{69CF73CC-C670-4A2E-81A0-684433CD10CD}" presName="childNode" presStyleLbl="node1" presStyleIdx="19" presStyleCnt="40">
        <dgm:presLayoutVars>
          <dgm:bulletEnabled val="1"/>
        </dgm:presLayoutVars>
      </dgm:prSet>
      <dgm:spPr/>
    </dgm:pt>
    <dgm:pt modelId="{B51EC392-FBC3-425A-BA0E-63F7D5B4C6B3}" type="pres">
      <dgm:prSet presAssocID="{69CF73CC-C670-4A2E-81A0-684433CD10CD}" presName="aSpace2" presStyleCnt="0"/>
      <dgm:spPr/>
    </dgm:pt>
    <dgm:pt modelId="{7C8C7E45-C806-4D74-A2AC-B8B3BAC1A4DF}" type="pres">
      <dgm:prSet presAssocID="{1ED2A4BD-F6A8-4750-919D-EAC539F527EC}" presName="childNode" presStyleLbl="node1" presStyleIdx="20" presStyleCnt="40">
        <dgm:presLayoutVars>
          <dgm:bulletEnabled val="1"/>
        </dgm:presLayoutVars>
      </dgm:prSet>
      <dgm:spPr/>
    </dgm:pt>
    <dgm:pt modelId="{438F9C81-7EA0-411B-A45A-B1F85757FAE5}" type="pres">
      <dgm:prSet presAssocID="{1ED2A4BD-F6A8-4750-919D-EAC539F527EC}" presName="aSpace2" presStyleCnt="0"/>
      <dgm:spPr/>
    </dgm:pt>
    <dgm:pt modelId="{CCED6FE4-0D59-4B1E-9597-A0D42DA39B05}" type="pres">
      <dgm:prSet presAssocID="{14667A75-0375-4285-995A-99BF8201A4A7}" presName="childNode" presStyleLbl="node1" presStyleIdx="21" presStyleCnt="40">
        <dgm:presLayoutVars>
          <dgm:bulletEnabled val="1"/>
        </dgm:presLayoutVars>
      </dgm:prSet>
      <dgm:spPr/>
    </dgm:pt>
    <dgm:pt modelId="{05AB784A-0C9A-4CAA-B764-AB63ABF99316}" type="pres">
      <dgm:prSet presAssocID="{14667A75-0375-4285-995A-99BF8201A4A7}" presName="aSpace2" presStyleCnt="0"/>
      <dgm:spPr/>
    </dgm:pt>
    <dgm:pt modelId="{8842800A-395C-421A-8E64-A8EA465F2530}" type="pres">
      <dgm:prSet presAssocID="{FC37A213-494B-4A41-83E0-A4A202ABD56D}" presName="childNode" presStyleLbl="node1" presStyleIdx="22" presStyleCnt="40">
        <dgm:presLayoutVars>
          <dgm:bulletEnabled val="1"/>
        </dgm:presLayoutVars>
      </dgm:prSet>
      <dgm:spPr/>
    </dgm:pt>
    <dgm:pt modelId="{FD8C8A99-9866-4686-BA38-A2DDCCD1E0A9}" type="pres">
      <dgm:prSet presAssocID="{FC37A213-494B-4A41-83E0-A4A202ABD56D}" presName="aSpace2" presStyleCnt="0"/>
      <dgm:spPr/>
    </dgm:pt>
    <dgm:pt modelId="{A590969D-E146-4018-9502-3C2A0B1A2681}" type="pres">
      <dgm:prSet presAssocID="{5F220553-06BE-41BD-9F10-1A2E7EF95A70}" presName="childNode" presStyleLbl="node1" presStyleIdx="23" presStyleCnt="40">
        <dgm:presLayoutVars>
          <dgm:bulletEnabled val="1"/>
        </dgm:presLayoutVars>
      </dgm:prSet>
      <dgm:spPr/>
    </dgm:pt>
    <dgm:pt modelId="{16DD0D91-6EB3-418F-A3DA-4E4DEC925183}" type="pres">
      <dgm:prSet presAssocID="{3E14E10E-1CFB-48BD-B039-282EC4F15865}" presName="aSpace" presStyleCnt="0"/>
      <dgm:spPr/>
    </dgm:pt>
    <dgm:pt modelId="{2474F145-4AAF-4910-BF54-60D9CAC03F2E}" type="pres">
      <dgm:prSet presAssocID="{2983CE38-0434-4EB1-A2B3-072DB958F227}" presName="compNode" presStyleCnt="0"/>
      <dgm:spPr/>
    </dgm:pt>
    <dgm:pt modelId="{2B900852-982B-4E6F-9C8D-5CA1828D0E0A}" type="pres">
      <dgm:prSet presAssocID="{2983CE38-0434-4EB1-A2B3-072DB958F227}" presName="aNode" presStyleLbl="bgShp" presStyleIdx="3" presStyleCnt="5"/>
      <dgm:spPr/>
    </dgm:pt>
    <dgm:pt modelId="{E7E1F82B-7D73-42DA-B928-5B8CD5A7A76D}" type="pres">
      <dgm:prSet presAssocID="{2983CE38-0434-4EB1-A2B3-072DB958F227}" presName="textNode" presStyleLbl="bgShp" presStyleIdx="3" presStyleCnt="5"/>
      <dgm:spPr/>
    </dgm:pt>
    <dgm:pt modelId="{8AB3E0BE-BBE6-4CE6-83D9-C8F10FA7AE9D}" type="pres">
      <dgm:prSet presAssocID="{2983CE38-0434-4EB1-A2B3-072DB958F227}" presName="compChildNode" presStyleCnt="0"/>
      <dgm:spPr/>
    </dgm:pt>
    <dgm:pt modelId="{B88BF3F4-DB46-48EB-994B-5B8F7BC69F43}" type="pres">
      <dgm:prSet presAssocID="{2983CE38-0434-4EB1-A2B3-072DB958F227}" presName="theInnerList" presStyleCnt="0"/>
      <dgm:spPr/>
    </dgm:pt>
    <dgm:pt modelId="{7E48253A-8FE2-4C9C-97A7-E487B701242F}" type="pres">
      <dgm:prSet presAssocID="{482F5201-604E-4724-9691-2F8CA732EB78}" presName="childNode" presStyleLbl="node1" presStyleIdx="24" presStyleCnt="40">
        <dgm:presLayoutVars>
          <dgm:bulletEnabled val="1"/>
        </dgm:presLayoutVars>
      </dgm:prSet>
      <dgm:spPr/>
    </dgm:pt>
    <dgm:pt modelId="{2BC3C3EF-FFDA-4061-A2E9-01FC256B6DA5}" type="pres">
      <dgm:prSet presAssocID="{482F5201-604E-4724-9691-2F8CA732EB78}" presName="aSpace2" presStyleCnt="0"/>
      <dgm:spPr/>
    </dgm:pt>
    <dgm:pt modelId="{26412E3C-D68F-438C-8F5B-BA05A0BE1C39}" type="pres">
      <dgm:prSet presAssocID="{AEE0E3B7-4480-4A20-B487-B07BC686481D}" presName="childNode" presStyleLbl="node1" presStyleIdx="25" presStyleCnt="40">
        <dgm:presLayoutVars>
          <dgm:bulletEnabled val="1"/>
        </dgm:presLayoutVars>
      </dgm:prSet>
      <dgm:spPr/>
    </dgm:pt>
    <dgm:pt modelId="{D4D9A419-A539-4EDA-9F00-368EC6F368DC}" type="pres">
      <dgm:prSet presAssocID="{AEE0E3B7-4480-4A20-B487-B07BC686481D}" presName="aSpace2" presStyleCnt="0"/>
      <dgm:spPr/>
    </dgm:pt>
    <dgm:pt modelId="{210CED6C-2ED8-43EB-9D1D-E110E9653D78}" type="pres">
      <dgm:prSet presAssocID="{F6BC4792-CFD3-4764-8B62-DCC2A9348BDE}" presName="childNode" presStyleLbl="node1" presStyleIdx="26" presStyleCnt="40">
        <dgm:presLayoutVars>
          <dgm:bulletEnabled val="1"/>
        </dgm:presLayoutVars>
      </dgm:prSet>
      <dgm:spPr/>
    </dgm:pt>
    <dgm:pt modelId="{B0374656-D581-48B1-A2D4-14F0D2D141EB}" type="pres">
      <dgm:prSet presAssocID="{F6BC4792-CFD3-4764-8B62-DCC2A9348BDE}" presName="aSpace2" presStyleCnt="0"/>
      <dgm:spPr/>
    </dgm:pt>
    <dgm:pt modelId="{35A831BD-382D-4B06-9F42-A2FF2EFAAA0B}" type="pres">
      <dgm:prSet presAssocID="{E9F4A670-6684-4752-A229-AE175D0F7403}" presName="childNode" presStyleLbl="node1" presStyleIdx="27" presStyleCnt="40">
        <dgm:presLayoutVars>
          <dgm:bulletEnabled val="1"/>
        </dgm:presLayoutVars>
      </dgm:prSet>
      <dgm:spPr/>
    </dgm:pt>
    <dgm:pt modelId="{290F5FDF-482C-4218-9DDC-37FD76600691}" type="pres">
      <dgm:prSet presAssocID="{E9F4A670-6684-4752-A229-AE175D0F7403}" presName="aSpace2" presStyleCnt="0"/>
      <dgm:spPr/>
    </dgm:pt>
    <dgm:pt modelId="{353A962C-972A-4798-BDDD-2727F56690CF}" type="pres">
      <dgm:prSet presAssocID="{125F93C3-3D6B-4176-A9A8-87BABA49237A}" presName="childNode" presStyleLbl="node1" presStyleIdx="28" presStyleCnt="40">
        <dgm:presLayoutVars>
          <dgm:bulletEnabled val="1"/>
        </dgm:presLayoutVars>
      </dgm:prSet>
      <dgm:spPr/>
    </dgm:pt>
    <dgm:pt modelId="{C8F3B132-5C1E-40FA-ACC6-B8F8A7D8834B}" type="pres">
      <dgm:prSet presAssocID="{125F93C3-3D6B-4176-A9A8-87BABA49237A}" presName="aSpace2" presStyleCnt="0"/>
      <dgm:spPr/>
    </dgm:pt>
    <dgm:pt modelId="{FFB99DC8-5C01-44CD-9FA1-C090110D39CC}" type="pres">
      <dgm:prSet presAssocID="{C0FB57FE-ED43-430E-BF9A-56596D891B45}" presName="childNode" presStyleLbl="node1" presStyleIdx="29" presStyleCnt="40">
        <dgm:presLayoutVars>
          <dgm:bulletEnabled val="1"/>
        </dgm:presLayoutVars>
      </dgm:prSet>
      <dgm:spPr/>
    </dgm:pt>
    <dgm:pt modelId="{6040D580-CD40-448C-BC6D-0EB8EE2E02DE}" type="pres">
      <dgm:prSet presAssocID="{C0FB57FE-ED43-430E-BF9A-56596D891B45}" presName="aSpace2" presStyleCnt="0"/>
      <dgm:spPr/>
    </dgm:pt>
    <dgm:pt modelId="{64DDC701-5AB7-4529-92C2-65FE2A80049E}" type="pres">
      <dgm:prSet presAssocID="{2760DF0E-5FC4-49C5-BDEF-6E2A37CC6866}" presName="childNode" presStyleLbl="node1" presStyleIdx="30" presStyleCnt="40">
        <dgm:presLayoutVars>
          <dgm:bulletEnabled val="1"/>
        </dgm:presLayoutVars>
      </dgm:prSet>
      <dgm:spPr/>
    </dgm:pt>
    <dgm:pt modelId="{9E7EA67D-90BD-4F93-8B60-B83D631852C3}" type="pres">
      <dgm:prSet presAssocID="{2760DF0E-5FC4-49C5-BDEF-6E2A37CC6866}" presName="aSpace2" presStyleCnt="0"/>
      <dgm:spPr/>
    </dgm:pt>
    <dgm:pt modelId="{6BA22EA9-433E-497C-BE37-023DAB934C5D}" type="pres">
      <dgm:prSet presAssocID="{3407FDF9-C909-4EEB-9E8A-31942DFC8FB9}" presName="childNode" presStyleLbl="node1" presStyleIdx="31" presStyleCnt="40">
        <dgm:presLayoutVars>
          <dgm:bulletEnabled val="1"/>
        </dgm:presLayoutVars>
      </dgm:prSet>
      <dgm:spPr/>
    </dgm:pt>
    <dgm:pt modelId="{D188DAFB-1019-498C-BFB8-29677CC9282E}" type="pres">
      <dgm:prSet presAssocID="{2983CE38-0434-4EB1-A2B3-072DB958F227}" presName="aSpace" presStyleCnt="0"/>
      <dgm:spPr/>
    </dgm:pt>
    <dgm:pt modelId="{E685E499-69C6-4893-BD11-C686245075BC}" type="pres">
      <dgm:prSet presAssocID="{3E382D95-709B-4879-8A31-85F369D6507B}" presName="compNode" presStyleCnt="0"/>
      <dgm:spPr/>
    </dgm:pt>
    <dgm:pt modelId="{09C33052-BF06-4E2B-BF8E-1E8A0E6EBEDD}" type="pres">
      <dgm:prSet presAssocID="{3E382D95-709B-4879-8A31-85F369D6507B}" presName="aNode" presStyleLbl="bgShp" presStyleIdx="4" presStyleCnt="5"/>
      <dgm:spPr/>
    </dgm:pt>
    <dgm:pt modelId="{108F163F-4CE7-44FE-9DFE-35F6FF0629E5}" type="pres">
      <dgm:prSet presAssocID="{3E382D95-709B-4879-8A31-85F369D6507B}" presName="textNode" presStyleLbl="bgShp" presStyleIdx="4" presStyleCnt="5"/>
      <dgm:spPr/>
    </dgm:pt>
    <dgm:pt modelId="{36D29BCC-52C7-4499-BDF8-1F0CF3EAC9F0}" type="pres">
      <dgm:prSet presAssocID="{3E382D95-709B-4879-8A31-85F369D6507B}" presName="compChildNode" presStyleCnt="0"/>
      <dgm:spPr/>
    </dgm:pt>
    <dgm:pt modelId="{CF002749-F58E-4A8E-AF7C-34213C668794}" type="pres">
      <dgm:prSet presAssocID="{3E382D95-709B-4879-8A31-85F369D6507B}" presName="theInnerList" presStyleCnt="0"/>
      <dgm:spPr/>
    </dgm:pt>
    <dgm:pt modelId="{D272568A-9A39-47BB-804E-299F1E526B21}" type="pres">
      <dgm:prSet presAssocID="{AC42DABA-A64D-43D9-8E7F-0B724450083D}" presName="childNode" presStyleLbl="node1" presStyleIdx="32" presStyleCnt="40">
        <dgm:presLayoutVars>
          <dgm:bulletEnabled val="1"/>
        </dgm:presLayoutVars>
      </dgm:prSet>
      <dgm:spPr/>
    </dgm:pt>
    <dgm:pt modelId="{5CE69059-059A-411B-A342-F3D46575BE3D}" type="pres">
      <dgm:prSet presAssocID="{AC42DABA-A64D-43D9-8E7F-0B724450083D}" presName="aSpace2" presStyleCnt="0"/>
      <dgm:spPr/>
    </dgm:pt>
    <dgm:pt modelId="{46D2D476-0F97-431F-AA6E-AC4A99EA00EE}" type="pres">
      <dgm:prSet presAssocID="{CC885C70-3505-42BE-AF1D-95D449C24EEC}" presName="childNode" presStyleLbl="node1" presStyleIdx="33" presStyleCnt="40">
        <dgm:presLayoutVars>
          <dgm:bulletEnabled val="1"/>
        </dgm:presLayoutVars>
      </dgm:prSet>
      <dgm:spPr/>
    </dgm:pt>
    <dgm:pt modelId="{AD10AED0-DAFE-4123-9E2F-9C0D320A5C1A}" type="pres">
      <dgm:prSet presAssocID="{CC885C70-3505-42BE-AF1D-95D449C24EEC}" presName="aSpace2" presStyleCnt="0"/>
      <dgm:spPr/>
    </dgm:pt>
    <dgm:pt modelId="{0738F250-0DE8-42BF-A8DD-216BC41656D7}" type="pres">
      <dgm:prSet presAssocID="{6F22EB25-FFA8-494D-A9F9-D093F5EF7BAD}" presName="childNode" presStyleLbl="node1" presStyleIdx="34" presStyleCnt="40">
        <dgm:presLayoutVars>
          <dgm:bulletEnabled val="1"/>
        </dgm:presLayoutVars>
      </dgm:prSet>
      <dgm:spPr/>
    </dgm:pt>
    <dgm:pt modelId="{7C6E0FA6-B28C-409C-B150-F5CAF52785F0}" type="pres">
      <dgm:prSet presAssocID="{6F22EB25-FFA8-494D-A9F9-D093F5EF7BAD}" presName="aSpace2" presStyleCnt="0"/>
      <dgm:spPr/>
    </dgm:pt>
    <dgm:pt modelId="{C74C5F0A-FB4D-4288-BD66-76EBB174A138}" type="pres">
      <dgm:prSet presAssocID="{63679FC4-135F-4923-9E37-247998207592}" presName="childNode" presStyleLbl="node1" presStyleIdx="35" presStyleCnt="40">
        <dgm:presLayoutVars>
          <dgm:bulletEnabled val="1"/>
        </dgm:presLayoutVars>
      </dgm:prSet>
      <dgm:spPr/>
    </dgm:pt>
    <dgm:pt modelId="{1A9959B0-CFD9-432A-B168-60FA188218F7}" type="pres">
      <dgm:prSet presAssocID="{63679FC4-135F-4923-9E37-247998207592}" presName="aSpace2" presStyleCnt="0"/>
      <dgm:spPr/>
    </dgm:pt>
    <dgm:pt modelId="{C75BBB5D-D9DA-4ADA-9A1F-28CE7E7EA4B9}" type="pres">
      <dgm:prSet presAssocID="{97AF7B13-9324-4DA7-837E-4E845305A8CE}" presName="childNode" presStyleLbl="node1" presStyleIdx="36" presStyleCnt="40">
        <dgm:presLayoutVars>
          <dgm:bulletEnabled val="1"/>
        </dgm:presLayoutVars>
      </dgm:prSet>
      <dgm:spPr/>
    </dgm:pt>
    <dgm:pt modelId="{4E18D53F-82EB-49E2-98B4-5AFCE34601C9}" type="pres">
      <dgm:prSet presAssocID="{97AF7B13-9324-4DA7-837E-4E845305A8CE}" presName="aSpace2" presStyleCnt="0"/>
      <dgm:spPr/>
    </dgm:pt>
    <dgm:pt modelId="{D7F74FB0-3DBA-433F-BF65-97633AAD7C81}" type="pres">
      <dgm:prSet presAssocID="{60B22934-D7D6-45CE-BB4A-7D00A2B931D1}" presName="childNode" presStyleLbl="node1" presStyleIdx="37" presStyleCnt="40">
        <dgm:presLayoutVars>
          <dgm:bulletEnabled val="1"/>
        </dgm:presLayoutVars>
      </dgm:prSet>
      <dgm:spPr/>
    </dgm:pt>
    <dgm:pt modelId="{B9001659-F37B-473B-8FC5-F4CD23CDA116}" type="pres">
      <dgm:prSet presAssocID="{60B22934-D7D6-45CE-BB4A-7D00A2B931D1}" presName="aSpace2" presStyleCnt="0"/>
      <dgm:spPr/>
    </dgm:pt>
    <dgm:pt modelId="{C1CAF501-2CF4-4321-B2B3-34BB2DCE34CA}" type="pres">
      <dgm:prSet presAssocID="{07F23DA8-373F-4B7F-A2C1-D557A5851C8E}" presName="childNode" presStyleLbl="node1" presStyleIdx="38" presStyleCnt="40">
        <dgm:presLayoutVars>
          <dgm:bulletEnabled val="1"/>
        </dgm:presLayoutVars>
      </dgm:prSet>
      <dgm:spPr/>
    </dgm:pt>
    <dgm:pt modelId="{BB1B8811-D5C6-47A4-B4DC-8908E7014B02}" type="pres">
      <dgm:prSet presAssocID="{07F23DA8-373F-4B7F-A2C1-D557A5851C8E}" presName="aSpace2" presStyleCnt="0"/>
      <dgm:spPr/>
    </dgm:pt>
    <dgm:pt modelId="{9FB4B628-493C-4A82-B79C-F79F5D25AEEE}" type="pres">
      <dgm:prSet presAssocID="{6E9F55B0-F59C-4626-B94E-33DC6E6D77ED}" presName="childNode" presStyleLbl="node1" presStyleIdx="39" presStyleCnt="40">
        <dgm:presLayoutVars>
          <dgm:bulletEnabled val="1"/>
        </dgm:presLayoutVars>
      </dgm:prSet>
      <dgm:spPr/>
    </dgm:pt>
  </dgm:ptLst>
  <dgm:cxnLst>
    <dgm:cxn modelId="{62FF6200-BBFC-4FC0-AEFE-4CAA70BF5CE0}" srcId="{6ABDDE12-C8F9-4C72-AE0C-AF54509E94E1}" destId="{3E382D95-709B-4879-8A31-85F369D6507B}" srcOrd="4" destOrd="0" parTransId="{765E7B88-D31E-40CA-8F97-74CB9CD3A88F}" sibTransId="{537187C7-8FC3-4C76-B054-B2E38139179B}"/>
    <dgm:cxn modelId="{945CCF01-CF5A-4A63-89AB-4330E3A56F2F}" type="presOf" srcId="{AC2409AD-5E00-42C2-B93A-7B380C6009A1}" destId="{377FFF0A-A5B1-4D1C-9021-9B9396286C3A}" srcOrd="0" destOrd="0" presId="urn:microsoft.com/office/officeart/2005/8/layout/lProcess2"/>
    <dgm:cxn modelId="{8235CB0A-AFDC-49CE-96BF-2A1FEA6A667F}" srcId="{9A0212A5-17E2-4844-9C9C-F3A17A55ADDA}" destId="{EB3B50A5-DD3D-49A0-93A7-E8347FF932C0}" srcOrd="5" destOrd="0" parTransId="{D7825442-A3F4-4A51-BC83-D98D9AE4BD23}" sibTransId="{30B8A8C2-A7AB-4E54-A5D7-C6FE8D0EF81E}"/>
    <dgm:cxn modelId="{247C7911-C884-4717-BEA9-857CF52D1CB6}" srcId="{9A0212A5-17E2-4844-9C9C-F3A17A55ADDA}" destId="{974123AA-3941-4E14-900F-1D4E5C20ED1B}" srcOrd="2" destOrd="0" parTransId="{74DA14C6-C6E3-4CE3-9559-19D017F0889A}" sibTransId="{A00E493C-AD98-489F-B642-632A466E3CF6}"/>
    <dgm:cxn modelId="{00E69017-AC44-432F-949F-54557A0424CB}" srcId="{2983CE38-0434-4EB1-A2B3-072DB958F227}" destId="{125F93C3-3D6B-4176-A9A8-87BABA49237A}" srcOrd="4" destOrd="0" parTransId="{092E8315-ACAB-4906-BABF-718D24E17C39}" sibTransId="{33AD6DBF-5B0A-4F95-80B0-58C4E9258E35}"/>
    <dgm:cxn modelId="{6E73FB18-7E18-4818-A62F-054E38722707}" type="presOf" srcId="{C0FB57FE-ED43-430E-BF9A-56596D891B45}" destId="{FFB99DC8-5C01-44CD-9FA1-C090110D39CC}" srcOrd="0" destOrd="0" presId="urn:microsoft.com/office/officeart/2005/8/layout/lProcess2"/>
    <dgm:cxn modelId="{D971FF1C-51B2-4633-A29F-999053A26DFC}" srcId="{9A0212A5-17E2-4844-9C9C-F3A17A55ADDA}" destId="{ACE33C4D-F9EA-4A93-A344-6D6E09086F9A}" srcOrd="1" destOrd="0" parTransId="{0CD9F42B-D4EB-44ED-A650-510D6A5DC896}" sibTransId="{2ED54C28-3797-4C9E-A958-B0E69772A7AB}"/>
    <dgm:cxn modelId="{5C7A381E-5470-4214-89BA-7B6148142ECA}" srcId="{E8B0413D-A47B-458A-9AC7-6073C5BF880E}" destId="{27A76D17-F98D-417A-BB91-D034F7EF70A1}" srcOrd="1" destOrd="0" parTransId="{9101EC06-6548-4E36-A96F-E76798B569B3}" sibTransId="{44247C8D-E3A9-476B-A905-14766ECD3B65}"/>
    <dgm:cxn modelId="{A762C11F-37B6-49A6-86FB-6A990F26FDBE}" srcId="{3E14E10E-1CFB-48BD-B039-282EC4F15865}" destId="{432B6FDC-2DBC-414B-A0B5-BC6E52C7D329}" srcOrd="0" destOrd="0" parTransId="{3795ED9E-6EEB-4DF2-B70F-35C932A2FFE5}" sibTransId="{D53F3F71-2C0F-4319-91DA-9D42C0BB23E4}"/>
    <dgm:cxn modelId="{D7796021-8B37-4660-AEF5-6C625AE7A686}" type="presOf" srcId="{482F5201-604E-4724-9691-2F8CA732EB78}" destId="{7E48253A-8FE2-4C9C-97A7-E487B701242F}" srcOrd="0" destOrd="0" presId="urn:microsoft.com/office/officeart/2005/8/layout/lProcess2"/>
    <dgm:cxn modelId="{E2090623-F6D3-4CA9-888F-14C4FB734038}" type="presOf" srcId="{9A0212A5-17E2-4844-9C9C-F3A17A55ADDA}" destId="{7D2F28CB-262B-4295-898E-6B8ED9FCBFF5}" srcOrd="1" destOrd="0" presId="urn:microsoft.com/office/officeart/2005/8/layout/lProcess2"/>
    <dgm:cxn modelId="{7D3B442B-257A-4E3E-AD4E-731E6B477CEF}" srcId="{3E382D95-709B-4879-8A31-85F369D6507B}" destId="{60B22934-D7D6-45CE-BB4A-7D00A2B931D1}" srcOrd="5" destOrd="0" parTransId="{458C8881-F385-4442-A2C6-8C4A6F9261B7}" sibTransId="{7A1F4E14-BC54-43A4-B1E5-631C54C6D651}"/>
    <dgm:cxn modelId="{420E2D2C-AEA5-4D3B-B2E2-C5D1E067B29A}" srcId="{E8B0413D-A47B-458A-9AC7-6073C5BF880E}" destId="{7515CEBA-508A-4F4F-9B80-0CB4988F2DD1}" srcOrd="5" destOrd="0" parTransId="{7BDB1E67-F41A-40F6-9EC9-EB434D30E4C6}" sibTransId="{DF5A369E-4A8C-41C2-8D4C-0EE545B8A72A}"/>
    <dgm:cxn modelId="{1E021B2E-7506-45B1-A584-549E64788F07}" srcId="{6ABDDE12-C8F9-4C72-AE0C-AF54509E94E1}" destId="{E8B0413D-A47B-458A-9AC7-6073C5BF880E}" srcOrd="1" destOrd="0" parTransId="{E46E48A8-7032-4F4C-B0BC-128DF7480856}" sibTransId="{B04D15B3-93C0-4677-8346-ACF382F7B2E8}"/>
    <dgm:cxn modelId="{5BD2A12E-0522-426E-9494-E76DEF0094C1}" type="presOf" srcId="{E8B0413D-A47B-458A-9AC7-6073C5BF880E}" destId="{7D3166F7-DFA2-4999-B3FB-6DB6946FE075}" srcOrd="0" destOrd="0" presId="urn:microsoft.com/office/officeart/2005/8/layout/lProcess2"/>
    <dgm:cxn modelId="{82B2C52E-647C-41F5-AD0D-DA109B8CCCD7}" srcId="{6ABDDE12-C8F9-4C72-AE0C-AF54509E94E1}" destId="{9A0212A5-17E2-4844-9C9C-F3A17A55ADDA}" srcOrd="0" destOrd="0" parTransId="{E9AB0169-985A-4267-9D16-892B914CBDCB}" sibTransId="{9A4584FE-7FAA-4658-A04B-A286C8D0D1FD}"/>
    <dgm:cxn modelId="{6E1AA135-8DA0-4A14-BE99-9D73AF2BB219}" type="presOf" srcId="{C8FB7871-1215-4CDB-AB15-47A1300DACB6}" destId="{1033017A-836C-4F7F-A0D7-7696ABDBD658}" srcOrd="0" destOrd="0" presId="urn:microsoft.com/office/officeart/2005/8/layout/lProcess2"/>
    <dgm:cxn modelId="{27460137-DF72-4E15-9DCC-8EE0B0B55E8F}" srcId="{9A0212A5-17E2-4844-9C9C-F3A17A55ADDA}" destId="{15E6809E-790A-405A-BA62-D125A5B3C2A7}" srcOrd="3" destOrd="0" parTransId="{060B279A-769C-4945-A77E-CDA0593A0464}" sibTransId="{B083E339-6573-412F-BFA4-47306380F8E8}"/>
    <dgm:cxn modelId="{D982B537-3EB8-490E-89B4-D5ED40581673}" srcId="{3E14E10E-1CFB-48BD-B039-282EC4F15865}" destId="{1ED2A4BD-F6A8-4750-919D-EAC539F527EC}" srcOrd="4" destOrd="0" parTransId="{9C3E19F4-5803-45CC-BCE0-DAF234E5B2AD}" sibTransId="{367006EA-E9EC-4222-A8E0-064A8E4AA153}"/>
    <dgm:cxn modelId="{1BA2B83B-E4F3-41B1-AD98-E92841702ED2}" srcId="{2983CE38-0434-4EB1-A2B3-072DB958F227}" destId="{AEE0E3B7-4480-4A20-B487-B07BC686481D}" srcOrd="1" destOrd="0" parTransId="{5E848C86-FDB2-458B-90DA-F91A07409D7E}" sibTransId="{5E82B144-8DA2-4096-A5DE-DDC456336B7C}"/>
    <dgm:cxn modelId="{7112913D-1153-4443-A73B-D12CA02970A8}" srcId="{6ABDDE12-C8F9-4C72-AE0C-AF54509E94E1}" destId="{3E14E10E-1CFB-48BD-B039-282EC4F15865}" srcOrd="2" destOrd="0" parTransId="{8CD6FB52-9AC6-4992-8E0C-9EEDF0F66BB6}" sibTransId="{1847CE35-E5C0-4AEF-BEFE-DC66A3D4F860}"/>
    <dgm:cxn modelId="{812D4540-965B-4818-B9B1-95AA99EBE70A}" srcId="{3E14E10E-1CFB-48BD-B039-282EC4F15865}" destId="{14667A75-0375-4285-995A-99BF8201A4A7}" srcOrd="5" destOrd="0" parTransId="{2C2A4B63-9A67-46E4-8ADD-B5FDD65480A0}" sibTransId="{735F408F-F566-4D95-B0E8-CFED1FAAA3AB}"/>
    <dgm:cxn modelId="{E750905C-7C84-4431-8423-D0E4EFC770A1}" type="presOf" srcId="{2760DF0E-5FC4-49C5-BDEF-6E2A37CC6866}" destId="{64DDC701-5AB7-4529-92C2-65FE2A80049E}" srcOrd="0" destOrd="0" presId="urn:microsoft.com/office/officeart/2005/8/layout/lProcess2"/>
    <dgm:cxn modelId="{ADB94F4A-5402-4DDB-8C96-FD3C7E26311A}" type="presOf" srcId="{07F23DA8-373F-4B7F-A2C1-D557A5851C8E}" destId="{C1CAF501-2CF4-4321-B2B3-34BB2DCE34CA}" srcOrd="0" destOrd="0" presId="urn:microsoft.com/office/officeart/2005/8/layout/lProcess2"/>
    <dgm:cxn modelId="{C9BD156B-C9DB-4AC6-92CF-87EEE81B3668}" type="presOf" srcId="{3E382D95-709B-4879-8A31-85F369D6507B}" destId="{108F163F-4CE7-44FE-9DFE-35F6FF0629E5}" srcOrd="1" destOrd="0" presId="urn:microsoft.com/office/officeart/2005/8/layout/lProcess2"/>
    <dgm:cxn modelId="{4E67DB4B-C7F4-46A1-A650-B7634D5C2C06}" type="presOf" srcId="{9A0212A5-17E2-4844-9C9C-F3A17A55ADDA}" destId="{7ABED3E8-3A7B-48CA-8D6C-019CD2111EB0}" srcOrd="0" destOrd="0" presId="urn:microsoft.com/office/officeart/2005/8/layout/lProcess2"/>
    <dgm:cxn modelId="{13ACC970-E5E7-4D0E-A3DF-8CAA88478605}" type="presOf" srcId="{E8B0413D-A47B-458A-9AC7-6073C5BF880E}" destId="{48FDECB3-244A-40B9-9AA0-DE1B8384E8D6}" srcOrd="1" destOrd="0" presId="urn:microsoft.com/office/officeart/2005/8/layout/lProcess2"/>
    <dgm:cxn modelId="{E5B22B72-B874-4AA7-831A-EBE99352F8FF}" srcId="{2983CE38-0434-4EB1-A2B3-072DB958F227}" destId="{C0FB57FE-ED43-430E-BF9A-56596D891B45}" srcOrd="5" destOrd="0" parTransId="{DCED3EF8-9A7C-472A-B766-F2BE7D5E6849}" sibTransId="{26FDB39A-A3EE-49A7-BA9F-8595BC13D8B1}"/>
    <dgm:cxn modelId="{CE211573-3CE4-4B1D-9CF3-029EB08C656F}" srcId="{3E14E10E-1CFB-48BD-B039-282EC4F15865}" destId="{4F895DBB-8750-4C50-B94A-F7C1AB1A7D28}" srcOrd="1" destOrd="0" parTransId="{541DEDB7-0931-4B29-ADB4-9F4FB0E539B6}" sibTransId="{FBF140E1-8B69-48C0-A1DF-921A4E82FEF8}"/>
    <dgm:cxn modelId="{5DEA2054-BDA3-4016-86BA-FDD306947302}" srcId="{3E14E10E-1CFB-48BD-B039-282EC4F15865}" destId="{69CF73CC-C670-4A2E-81A0-684433CD10CD}" srcOrd="3" destOrd="0" parTransId="{E35B3AE1-091C-4EA1-9F15-E3A55845E55E}" sibTransId="{9BB3862E-AB63-4C48-9D87-17C58ABEBD11}"/>
    <dgm:cxn modelId="{282D4E74-0DD3-482C-B4FD-6161BA8D15A1}" srcId="{E8B0413D-A47B-458A-9AC7-6073C5BF880E}" destId="{5382FF35-D082-4C97-A8D8-E43710F48C3A}" srcOrd="4" destOrd="0" parTransId="{ACB70746-F638-4C09-B1BD-1A84E699E3E6}" sibTransId="{3404EC3A-5E30-40D5-BB76-8BA6240EEE47}"/>
    <dgm:cxn modelId="{FEE8CD74-18DB-49CC-98D0-C6C038E9287F}" type="presOf" srcId="{07063FF6-2B0C-4141-B25A-B01DA19FAFE2}" destId="{E46EBE9C-34D5-4664-81A8-16391D7FA9CD}" srcOrd="0" destOrd="0" presId="urn:microsoft.com/office/officeart/2005/8/layout/lProcess2"/>
    <dgm:cxn modelId="{C7EE8D75-A432-4C64-9795-7CE2646B56AF}" type="presOf" srcId="{4F895DBB-8750-4C50-B94A-F7C1AB1A7D28}" destId="{88EF110A-0750-4C43-943B-06B67F569B1D}" srcOrd="0" destOrd="0" presId="urn:microsoft.com/office/officeart/2005/8/layout/lProcess2"/>
    <dgm:cxn modelId="{8B637A77-9AE5-4A5E-9CB7-6C431753BDDC}" srcId="{3E14E10E-1CFB-48BD-B039-282EC4F15865}" destId="{FC37A213-494B-4A41-83E0-A4A202ABD56D}" srcOrd="6" destOrd="0" parTransId="{3D15854C-17CA-41D0-8D88-A55A41A753F6}" sibTransId="{00F5481B-6FBE-4CDF-870D-CCA78D1C14CC}"/>
    <dgm:cxn modelId="{C670B357-6775-49F0-9F54-F83B012B3CFA}" type="presOf" srcId="{F6BC4792-CFD3-4764-8B62-DCC2A9348BDE}" destId="{210CED6C-2ED8-43EB-9D1D-E110E9653D78}" srcOrd="0" destOrd="0" presId="urn:microsoft.com/office/officeart/2005/8/layout/lProcess2"/>
    <dgm:cxn modelId="{1252B477-7F4A-4CB9-AA8A-8CC5D6FCCB2C}" type="presOf" srcId="{5382FF35-D082-4C97-A8D8-E43710F48C3A}" destId="{47DE30D3-6C38-4E95-B397-282445BB1141}" srcOrd="0" destOrd="0" presId="urn:microsoft.com/office/officeart/2005/8/layout/lProcess2"/>
    <dgm:cxn modelId="{7F7F3979-809D-4D45-B6A6-F0BDED85C54E}" srcId="{3E14E10E-1CFB-48BD-B039-282EC4F15865}" destId="{B134731A-B33F-416B-8AE7-FB6344700501}" srcOrd="2" destOrd="0" parTransId="{F9943B7A-BC7A-44B6-ADA0-8B083226245F}" sibTransId="{462CBEF3-3A39-4606-80B6-F7321915B9DE}"/>
    <dgm:cxn modelId="{11A54359-B8B8-40B0-8D7B-7A337FD5DF51}" type="presOf" srcId="{6ABDDE12-C8F9-4C72-AE0C-AF54509E94E1}" destId="{D952A1DB-5874-4DE4-93F1-67C1A2F9FF32}" srcOrd="0" destOrd="0" presId="urn:microsoft.com/office/officeart/2005/8/layout/lProcess2"/>
    <dgm:cxn modelId="{B86ED859-6E8F-4E0B-9762-32112174823C}" srcId="{2983CE38-0434-4EB1-A2B3-072DB958F227}" destId="{F6BC4792-CFD3-4764-8B62-DCC2A9348BDE}" srcOrd="2" destOrd="0" parTransId="{34173303-C31E-4AD9-B2CE-3B75C675FF18}" sibTransId="{1FEB3D7E-62AE-4E92-9316-F567AE22963B}"/>
    <dgm:cxn modelId="{FCED1F7B-6116-43CB-9801-7A13A24C1903}" srcId="{2983CE38-0434-4EB1-A2B3-072DB958F227}" destId="{E9F4A670-6684-4752-A229-AE175D0F7403}" srcOrd="3" destOrd="0" parTransId="{E0E21314-0A3C-43B7-AFBA-301FBB56E3CA}" sibTransId="{23130EEF-FE79-4338-BEBE-71C9ED116F60}"/>
    <dgm:cxn modelId="{6226FF7C-AA69-42FF-86D5-8CB0EEB090CC}" type="presOf" srcId="{B134731A-B33F-416B-8AE7-FB6344700501}" destId="{215203C5-F3F4-449D-B7E9-C5A75209CB35}" srcOrd="0" destOrd="0" presId="urn:microsoft.com/office/officeart/2005/8/layout/lProcess2"/>
    <dgm:cxn modelId="{388BFA84-9EB8-4393-BA99-1F7EBA312D51}" type="presOf" srcId="{A88128E7-0FFF-4F22-90D4-72B939241D17}" destId="{ED1AAD90-458B-4650-8AA4-362A259AC80C}" srcOrd="0" destOrd="0" presId="urn:microsoft.com/office/officeart/2005/8/layout/lProcess2"/>
    <dgm:cxn modelId="{68F00E85-A2DF-4B1F-97ED-F036657D5914}" srcId="{9A0212A5-17E2-4844-9C9C-F3A17A55ADDA}" destId="{A88128E7-0FFF-4F22-90D4-72B939241D17}" srcOrd="4" destOrd="0" parTransId="{C1EEDD8F-0D7F-4E14-A9FE-571598080B7C}" sibTransId="{46E3BCEA-4650-4101-B6F2-0003EE86F16C}"/>
    <dgm:cxn modelId="{41575585-E1D5-4084-A7F5-54364C4A41B1}" type="presOf" srcId="{AEE0E3B7-4480-4A20-B487-B07BC686481D}" destId="{26412E3C-D68F-438C-8F5B-BA05A0BE1C39}" srcOrd="0" destOrd="0" presId="urn:microsoft.com/office/officeart/2005/8/layout/lProcess2"/>
    <dgm:cxn modelId="{1760DA85-BD5C-4CFD-A4AC-271171D105AF}" srcId="{9A0212A5-17E2-4844-9C9C-F3A17A55ADDA}" destId="{C8FB7871-1215-4CDB-AB15-47A1300DACB6}" srcOrd="0" destOrd="0" parTransId="{2E8A8380-C8F8-4F31-99B3-7FFF24094BED}" sibTransId="{07AF94A2-9319-419F-BD4C-551D48303531}"/>
    <dgm:cxn modelId="{CCF71F86-26C6-455C-A6FD-B49D5E6810C8}" type="presOf" srcId="{7515CEBA-508A-4F4F-9B80-0CB4988F2DD1}" destId="{D87BEBCA-A5EA-442A-B1D4-C3027B4C933D}" srcOrd="0" destOrd="0" presId="urn:microsoft.com/office/officeart/2005/8/layout/lProcess2"/>
    <dgm:cxn modelId="{A3340E87-18D7-43B1-B92A-BB7F7DDCF4E4}" srcId="{6ABDDE12-C8F9-4C72-AE0C-AF54509E94E1}" destId="{2983CE38-0434-4EB1-A2B3-072DB958F227}" srcOrd="3" destOrd="0" parTransId="{BEB06C6C-B7D7-4A07-A4BF-D02F1F96363E}" sibTransId="{A6D0361B-9013-454F-8948-94638F626C0F}"/>
    <dgm:cxn modelId="{8EE60090-8E49-44F5-9EF8-C448A70F0CC0}" type="presOf" srcId="{E9F4A670-6684-4752-A229-AE175D0F7403}" destId="{35A831BD-382D-4B06-9F42-A2FF2EFAAA0B}" srcOrd="0" destOrd="0" presId="urn:microsoft.com/office/officeart/2005/8/layout/lProcess2"/>
    <dgm:cxn modelId="{DED22490-5D43-4C44-B468-2DDA6B695358}" type="presOf" srcId="{CC885C70-3505-42BE-AF1D-95D449C24EEC}" destId="{46D2D476-0F97-431F-AA6E-AC4A99EA00EE}" srcOrd="0" destOrd="0" presId="urn:microsoft.com/office/officeart/2005/8/layout/lProcess2"/>
    <dgm:cxn modelId="{725C9C90-0461-4C86-942A-5F168D0CA595}" type="presOf" srcId="{6E9F55B0-F59C-4626-B94E-33DC6E6D77ED}" destId="{9FB4B628-493C-4A82-B79C-F79F5D25AEEE}" srcOrd="0" destOrd="0" presId="urn:microsoft.com/office/officeart/2005/8/layout/lProcess2"/>
    <dgm:cxn modelId="{75641B91-0880-4A46-A26E-B3D947A4E849}" type="presOf" srcId="{97AF7B13-9324-4DA7-837E-4E845305A8CE}" destId="{C75BBB5D-D9DA-4ADA-9A1F-28CE7E7EA4B9}" srcOrd="0" destOrd="0" presId="urn:microsoft.com/office/officeart/2005/8/layout/lProcess2"/>
    <dgm:cxn modelId="{E5B26A91-E750-4109-AD7B-02501C845A2D}" type="presOf" srcId="{1ED2A4BD-F6A8-4750-919D-EAC539F527EC}" destId="{7C8C7E45-C806-4D74-A2AC-B8B3BAC1A4DF}" srcOrd="0" destOrd="0" presId="urn:microsoft.com/office/officeart/2005/8/layout/lProcess2"/>
    <dgm:cxn modelId="{65486E92-95BE-45E7-9411-171FCA22ADAB}" type="presOf" srcId="{3E382D95-709B-4879-8A31-85F369D6507B}" destId="{09C33052-BF06-4E2B-BF8E-1E8A0E6EBEDD}" srcOrd="0" destOrd="0" presId="urn:microsoft.com/office/officeart/2005/8/layout/lProcess2"/>
    <dgm:cxn modelId="{E1C81C94-0A33-4651-BA8B-4E63CAF7B8D2}" srcId="{3E382D95-709B-4879-8A31-85F369D6507B}" destId="{6E9F55B0-F59C-4626-B94E-33DC6E6D77ED}" srcOrd="7" destOrd="0" parTransId="{E12248A8-7ABF-4DE2-893A-728915E6CCFD}" sibTransId="{531DC388-A69F-45E8-A989-494D0F8F34DE}"/>
    <dgm:cxn modelId="{9D576494-8D59-4BD5-AEA3-7A015472A8C8}" type="presOf" srcId="{6F22EB25-FFA8-494D-A9F9-D093F5EF7BAD}" destId="{0738F250-0DE8-42BF-A8DD-216BC41656D7}" srcOrd="0" destOrd="0" presId="urn:microsoft.com/office/officeart/2005/8/layout/lProcess2"/>
    <dgm:cxn modelId="{4E937895-BFDB-4720-9FBD-F8F8598FCE29}" srcId="{2983CE38-0434-4EB1-A2B3-072DB958F227}" destId="{2760DF0E-5FC4-49C5-BDEF-6E2A37CC6866}" srcOrd="6" destOrd="0" parTransId="{3341F764-5EBD-4154-BF08-635304914B71}" sibTransId="{60F77391-B9CD-49BE-BBDD-0AA0A84E15C9}"/>
    <dgm:cxn modelId="{FBFFB596-33B9-4679-AFC6-C669BEEC0F4E}" type="presOf" srcId="{27A76D17-F98D-417A-BB91-D034F7EF70A1}" destId="{14215DA6-0B16-4622-A03D-56123DFE30F8}" srcOrd="0" destOrd="0" presId="urn:microsoft.com/office/officeart/2005/8/layout/lProcess2"/>
    <dgm:cxn modelId="{521DBE96-05E7-44BA-AB30-D26C4667A726}" type="presOf" srcId="{4CFE4268-D26B-4C48-A897-029B01AB1C88}" destId="{3A0D8C3A-BF9F-4613-A137-779AF04AF45D}" srcOrd="0" destOrd="0" presId="urn:microsoft.com/office/officeart/2005/8/layout/lProcess2"/>
    <dgm:cxn modelId="{4BBD669E-9A2F-42B1-94BA-0CC7B79EC1E0}" srcId="{3E382D95-709B-4879-8A31-85F369D6507B}" destId="{AC42DABA-A64D-43D9-8E7F-0B724450083D}" srcOrd="0" destOrd="0" parTransId="{78FA1D1D-CC51-40D4-88D2-BC6B350EA6D2}" sibTransId="{D713CCB5-3F5D-4780-A84F-FCD9455A42F4}"/>
    <dgm:cxn modelId="{288627A1-F4D9-4F70-9438-7A25C42D0799}" type="presOf" srcId="{ACE33C4D-F9EA-4A93-A344-6D6E09086F9A}" destId="{69356F17-4B5E-44AD-8295-24A7585F5919}" srcOrd="0" destOrd="0" presId="urn:microsoft.com/office/officeart/2005/8/layout/lProcess2"/>
    <dgm:cxn modelId="{65059FA2-092F-4F19-8E15-97EA5DAF4571}" type="presOf" srcId="{125F93C3-3D6B-4176-A9A8-87BABA49237A}" destId="{353A962C-972A-4798-BDDD-2727F56690CF}" srcOrd="0" destOrd="0" presId="urn:microsoft.com/office/officeart/2005/8/layout/lProcess2"/>
    <dgm:cxn modelId="{E462F0A3-7B1C-451E-B366-C306974FFEBE}" type="presOf" srcId="{15E6809E-790A-405A-BA62-D125A5B3C2A7}" destId="{B238F4F6-7F06-4836-9D9E-4728CFF100B8}" srcOrd="0" destOrd="0" presId="urn:microsoft.com/office/officeart/2005/8/layout/lProcess2"/>
    <dgm:cxn modelId="{9D862EA4-3A2F-4C81-910F-91AE27242E00}" type="presOf" srcId="{69CF73CC-C670-4A2E-81A0-684433CD10CD}" destId="{0AE4CB49-9E32-4241-AA1C-4649BE68326C}" srcOrd="0" destOrd="0" presId="urn:microsoft.com/office/officeart/2005/8/layout/lProcess2"/>
    <dgm:cxn modelId="{8C9B15A5-9E70-48E8-B10F-0120BEBC849E}" type="presOf" srcId="{AC42DABA-A64D-43D9-8E7F-0B724450083D}" destId="{D272568A-9A39-47BB-804E-299F1E526B21}" srcOrd="0" destOrd="0" presId="urn:microsoft.com/office/officeart/2005/8/layout/lProcess2"/>
    <dgm:cxn modelId="{5A5784A6-6BAB-4473-A2BD-D2E014D3DAEB}" type="presOf" srcId="{3E14E10E-1CFB-48BD-B039-282EC4F15865}" destId="{EB90CF75-3D48-4B6D-81B9-529B6769CF8E}" srcOrd="1" destOrd="0" presId="urn:microsoft.com/office/officeart/2005/8/layout/lProcess2"/>
    <dgm:cxn modelId="{393EAFA6-9045-4A33-88A8-4FA966DE836B}" srcId="{E8B0413D-A47B-458A-9AC7-6073C5BF880E}" destId="{4E7C5455-2E50-4332-8D71-0850AC23658B}" srcOrd="3" destOrd="0" parTransId="{E2299160-B143-410E-971A-DB974BAE1F0E}" sibTransId="{B4139FA3-4EB4-4EF7-B015-C6682DFB8EE1}"/>
    <dgm:cxn modelId="{80DF54AD-5636-467A-9ED2-6DDDBD3EDF7D}" srcId="{3E382D95-709B-4879-8A31-85F369D6507B}" destId="{63679FC4-135F-4923-9E37-247998207592}" srcOrd="3" destOrd="0" parTransId="{F783E2B8-ECBC-45A6-9CE7-1C63AA7B4B28}" sibTransId="{2A6130BA-333E-4655-9F99-71F6C5AA5A15}"/>
    <dgm:cxn modelId="{232A79AD-4F3E-42BF-955D-9E8C942E43FB}" type="presOf" srcId="{14667A75-0375-4285-995A-99BF8201A4A7}" destId="{CCED6FE4-0D59-4B1E-9597-A0D42DA39B05}" srcOrd="0" destOrd="0" presId="urn:microsoft.com/office/officeart/2005/8/layout/lProcess2"/>
    <dgm:cxn modelId="{0D6AE9B0-8446-4F2B-A6E5-678A89F5ACDF}" srcId="{9A0212A5-17E2-4844-9C9C-F3A17A55ADDA}" destId="{AC2409AD-5E00-42C2-B93A-7B380C6009A1}" srcOrd="6" destOrd="0" parTransId="{D8EC5B44-E3E6-4F87-B6AF-9A5A541A770B}" sibTransId="{C3C5AF9B-D062-4C64-89CD-27F55703C234}"/>
    <dgm:cxn modelId="{38A30FB4-E01A-483E-8BA9-2BFAED9EC55B}" srcId="{3E14E10E-1CFB-48BD-B039-282EC4F15865}" destId="{5F220553-06BE-41BD-9F10-1A2E7EF95A70}" srcOrd="7" destOrd="0" parTransId="{5C41D34D-0834-40B0-9F35-509ED3201186}" sibTransId="{207720A3-D4CC-4E41-82FA-EE09DA99D4C3}"/>
    <dgm:cxn modelId="{B2C4FAB5-5496-430A-984B-58EB29436D0E}" srcId="{3E382D95-709B-4879-8A31-85F369D6507B}" destId="{97AF7B13-9324-4DA7-837E-4E845305A8CE}" srcOrd="4" destOrd="0" parTransId="{5FAF7FFE-5A8F-4CB1-AFC0-86A74FAC81E5}" sibTransId="{5FE0AB11-07A1-40D7-9EB7-5B58F5A40D48}"/>
    <dgm:cxn modelId="{1E5891BA-9321-4203-9873-B528148A75D1}" srcId="{E8B0413D-A47B-458A-9AC7-6073C5BF880E}" destId="{1CB2DB27-E181-47F8-92D3-553929C9AE44}" srcOrd="7" destOrd="0" parTransId="{35A0D68B-D854-4462-A4EC-5B8F542AF641}" sibTransId="{DA27E850-03C4-431D-8BA3-CE73898BBE62}"/>
    <dgm:cxn modelId="{5BBCB3C5-5E42-4BC7-AFD0-2F30EBECDFAB}" type="presOf" srcId="{974123AA-3941-4E14-900F-1D4E5C20ED1B}" destId="{45215CF1-D0DB-43C0-80C1-E4A79151BD40}" srcOrd="0" destOrd="0" presId="urn:microsoft.com/office/officeart/2005/8/layout/lProcess2"/>
    <dgm:cxn modelId="{19905BCB-5D61-49CE-815F-4F50F86D58D5}" srcId="{E8B0413D-A47B-458A-9AC7-6073C5BF880E}" destId="{4CFE4268-D26B-4C48-A897-029B01AB1C88}" srcOrd="6" destOrd="0" parTransId="{65784409-1F72-4E5F-BFFF-3A3F9A5C7F09}" sibTransId="{AB0D2C41-D468-4F4A-814D-ADB22CDB7A7E}"/>
    <dgm:cxn modelId="{B87EB3CE-A8BB-400C-A1A6-8FFBC0B5CB1D}" srcId="{3E382D95-709B-4879-8A31-85F369D6507B}" destId="{CC885C70-3505-42BE-AF1D-95D449C24EEC}" srcOrd="1" destOrd="0" parTransId="{D172C474-FC90-4D9E-A3CC-C9F4365E78AD}" sibTransId="{D616D04D-7294-4E42-BFC8-7FC43DA13CCA}"/>
    <dgm:cxn modelId="{D7FE3ECF-6F8D-4ABC-B481-B95E20354779}" type="presOf" srcId="{FC37A213-494B-4A41-83E0-A4A202ABD56D}" destId="{8842800A-395C-421A-8E64-A8EA465F2530}" srcOrd="0" destOrd="0" presId="urn:microsoft.com/office/officeart/2005/8/layout/lProcess2"/>
    <dgm:cxn modelId="{E9D248CF-BA36-4BBD-BFB1-3B6D2D8C5277}" srcId="{E8B0413D-A47B-458A-9AC7-6073C5BF880E}" destId="{07063FF6-2B0C-4141-B25A-B01DA19FAFE2}" srcOrd="2" destOrd="0" parTransId="{D1FEA354-0E61-4BBE-A7CF-36458F087257}" sibTransId="{63BAC466-ADCC-4C94-AC00-AF87BC00087E}"/>
    <dgm:cxn modelId="{B6F6BFD3-6174-40CF-A9F7-458581ED85E0}" type="presOf" srcId="{432B6FDC-2DBC-414B-A0B5-BC6E52C7D329}" destId="{233B2A96-91DD-4A32-AF26-9C1977AA5E47}" srcOrd="0" destOrd="0" presId="urn:microsoft.com/office/officeart/2005/8/layout/lProcess2"/>
    <dgm:cxn modelId="{26FE75D5-CADC-426B-898B-0162344E25E7}" type="presOf" srcId="{EB3B50A5-DD3D-49A0-93A7-E8347FF932C0}" destId="{128C9686-C9D6-4E18-9E04-9850AA1A1EF4}" srcOrd="0" destOrd="0" presId="urn:microsoft.com/office/officeart/2005/8/layout/lProcess2"/>
    <dgm:cxn modelId="{2A1A9DD7-610F-4B81-984B-078923178AD1}" type="presOf" srcId="{5F220553-06BE-41BD-9F10-1A2E7EF95A70}" destId="{A590969D-E146-4018-9502-3C2A0B1A2681}" srcOrd="0" destOrd="0" presId="urn:microsoft.com/office/officeart/2005/8/layout/lProcess2"/>
    <dgm:cxn modelId="{2EF81CDB-BADB-4069-AA32-474495CDCEDD}" srcId="{3E382D95-709B-4879-8A31-85F369D6507B}" destId="{6F22EB25-FFA8-494D-A9F9-D093F5EF7BAD}" srcOrd="2" destOrd="0" parTransId="{A8316063-E5DA-4936-99FB-800374778492}" sibTransId="{2F33F0E4-4D80-40BD-AD9A-E657F8BFB964}"/>
    <dgm:cxn modelId="{8C2F56DE-0A5A-44E5-B322-F94213A2200F}" srcId="{E8B0413D-A47B-458A-9AC7-6073C5BF880E}" destId="{DA8CCF99-C805-4960-B6DF-EA5352FCAB9B}" srcOrd="0" destOrd="0" parTransId="{6CB6785E-09F8-47E8-BCD9-B806171298FB}" sibTransId="{3096467A-E894-46EF-8F28-048000E9252D}"/>
    <dgm:cxn modelId="{049714E3-1B02-47D9-9168-6A11A15ACB95}" srcId="{2983CE38-0434-4EB1-A2B3-072DB958F227}" destId="{3407FDF9-C909-4EEB-9E8A-31942DFC8FB9}" srcOrd="7" destOrd="0" parTransId="{717676DE-280B-4ACA-A3D0-FE5E7F650137}" sibTransId="{DEB17EE6-EF6F-4B99-B617-283E78CAEF96}"/>
    <dgm:cxn modelId="{FBE3C6E3-DDA2-4A26-9492-48AA1D08BAA0}" type="presOf" srcId="{3E14E10E-1CFB-48BD-B039-282EC4F15865}" destId="{1B74B0A6-F3FE-4491-B75F-CE46319FEC5F}" srcOrd="0" destOrd="0" presId="urn:microsoft.com/office/officeart/2005/8/layout/lProcess2"/>
    <dgm:cxn modelId="{C26FFEE9-5B41-4AB8-A78D-76CF08717D27}" type="presOf" srcId="{3407FDF9-C909-4EEB-9E8A-31942DFC8FB9}" destId="{6BA22EA9-433E-497C-BE37-023DAB934C5D}" srcOrd="0" destOrd="0" presId="urn:microsoft.com/office/officeart/2005/8/layout/lProcess2"/>
    <dgm:cxn modelId="{096164EB-B005-4475-9B02-648D34233581}" type="presOf" srcId="{4E7C5455-2E50-4332-8D71-0850AC23658B}" destId="{A0C0A948-AF9E-45A8-83B1-F94A1C2BDACB}" srcOrd="0" destOrd="0" presId="urn:microsoft.com/office/officeart/2005/8/layout/lProcess2"/>
    <dgm:cxn modelId="{D97CB1EC-9131-4649-BC1A-AF7FA6C3376F}" type="presOf" srcId="{61B9C611-5E54-4672-A119-81A10D3C298A}" destId="{ACD8F604-C21B-4F85-B6F6-EA030DE93B56}" srcOrd="0" destOrd="0" presId="urn:microsoft.com/office/officeart/2005/8/layout/lProcess2"/>
    <dgm:cxn modelId="{89EA8EEF-94E4-4653-803B-A23D232BEC35}" srcId="{9A0212A5-17E2-4844-9C9C-F3A17A55ADDA}" destId="{61B9C611-5E54-4672-A119-81A10D3C298A}" srcOrd="7" destOrd="0" parTransId="{AB6C6437-2F6B-423D-BB28-2B174D73E52C}" sibTransId="{6EAAD81A-9E80-4E16-854B-5CD12A8C2EDA}"/>
    <dgm:cxn modelId="{7BB15EF2-3A77-4DFB-A3E5-EFAE11CF9424}" srcId="{2983CE38-0434-4EB1-A2B3-072DB958F227}" destId="{482F5201-604E-4724-9691-2F8CA732EB78}" srcOrd="0" destOrd="0" parTransId="{C1FCBFA8-7DF6-48DB-8176-9B07965A2919}" sibTransId="{BF76721D-15EE-43FB-B213-68F59A7D0282}"/>
    <dgm:cxn modelId="{9423D4F3-6E24-4C65-BDF3-1C39EEFF3830}" type="presOf" srcId="{63679FC4-135F-4923-9E37-247998207592}" destId="{C74C5F0A-FB4D-4288-BD66-76EBB174A138}" srcOrd="0" destOrd="0" presId="urn:microsoft.com/office/officeart/2005/8/layout/lProcess2"/>
    <dgm:cxn modelId="{7DD55EF5-E1C6-490C-8327-E5F311C85FCB}" type="presOf" srcId="{2983CE38-0434-4EB1-A2B3-072DB958F227}" destId="{2B900852-982B-4E6F-9C8D-5CA1828D0E0A}" srcOrd="0" destOrd="0" presId="urn:microsoft.com/office/officeart/2005/8/layout/lProcess2"/>
    <dgm:cxn modelId="{3E28A1FA-A058-4086-A7AB-9463BD434C73}" srcId="{3E382D95-709B-4879-8A31-85F369D6507B}" destId="{07F23DA8-373F-4B7F-A2C1-D557A5851C8E}" srcOrd="6" destOrd="0" parTransId="{C4CAAD36-0147-415A-8285-EBFD455C51D7}" sibTransId="{9D91BF05-850E-42EF-A76E-F8ACA07E26A1}"/>
    <dgm:cxn modelId="{EB370BFB-18ED-48CD-B343-03FA59BA4727}" type="presOf" srcId="{1CB2DB27-E181-47F8-92D3-553929C9AE44}" destId="{DCEA3190-64DD-431E-9B60-E47E7CFFE3A6}" srcOrd="0" destOrd="0" presId="urn:microsoft.com/office/officeart/2005/8/layout/lProcess2"/>
    <dgm:cxn modelId="{1664DBFC-D056-4CFE-A34D-505C6CEF024A}" type="presOf" srcId="{2983CE38-0434-4EB1-A2B3-072DB958F227}" destId="{E7E1F82B-7D73-42DA-B928-5B8CD5A7A76D}" srcOrd="1" destOrd="0" presId="urn:microsoft.com/office/officeart/2005/8/layout/lProcess2"/>
    <dgm:cxn modelId="{E8A630FE-AD2E-4DE3-B28F-83AD367EF834}" type="presOf" srcId="{60B22934-D7D6-45CE-BB4A-7D00A2B931D1}" destId="{D7F74FB0-3DBA-433F-BF65-97633AAD7C81}" srcOrd="0" destOrd="0" presId="urn:microsoft.com/office/officeart/2005/8/layout/lProcess2"/>
    <dgm:cxn modelId="{CD1873FE-411E-40CC-BE58-FF899755F7CD}" type="presOf" srcId="{DA8CCF99-C805-4960-B6DF-EA5352FCAB9B}" destId="{BD8CB8E7-A3BC-4403-831B-43CDCFC388FD}" srcOrd="0" destOrd="0" presId="urn:microsoft.com/office/officeart/2005/8/layout/lProcess2"/>
    <dgm:cxn modelId="{F6F74ABD-B57B-4673-AAB3-E5F9FE58A8FB}" type="presParOf" srcId="{D952A1DB-5874-4DE4-93F1-67C1A2F9FF32}" destId="{2BC985C5-2D35-48CC-9190-F45ABD93DAA7}" srcOrd="0" destOrd="0" presId="urn:microsoft.com/office/officeart/2005/8/layout/lProcess2"/>
    <dgm:cxn modelId="{BE4B472A-C7D8-425D-BCF3-602A53A89B5D}" type="presParOf" srcId="{2BC985C5-2D35-48CC-9190-F45ABD93DAA7}" destId="{7ABED3E8-3A7B-48CA-8D6C-019CD2111EB0}" srcOrd="0" destOrd="0" presId="urn:microsoft.com/office/officeart/2005/8/layout/lProcess2"/>
    <dgm:cxn modelId="{9C151709-21F9-4C5E-A160-659CD6A18296}" type="presParOf" srcId="{2BC985C5-2D35-48CC-9190-F45ABD93DAA7}" destId="{7D2F28CB-262B-4295-898E-6B8ED9FCBFF5}" srcOrd="1" destOrd="0" presId="urn:microsoft.com/office/officeart/2005/8/layout/lProcess2"/>
    <dgm:cxn modelId="{5D8E4C60-667F-4471-93E4-D130A1F9D8D8}" type="presParOf" srcId="{2BC985C5-2D35-48CC-9190-F45ABD93DAA7}" destId="{74452F01-FC85-472D-BB61-98DF4831BBC5}" srcOrd="2" destOrd="0" presId="urn:microsoft.com/office/officeart/2005/8/layout/lProcess2"/>
    <dgm:cxn modelId="{9DC79436-57B9-46B9-84EF-4FDBD2FAF5BD}" type="presParOf" srcId="{74452F01-FC85-472D-BB61-98DF4831BBC5}" destId="{A62AB504-0B5D-422E-B4CE-5664D17F5E23}" srcOrd="0" destOrd="0" presId="urn:microsoft.com/office/officeart/2005/8/layout/lProcess2"/>
    <dgm:cxn modelId="{3E625EAC-5455-409F-864D-89A7320B84F1}" type="presParOf" srcId="{A62AB504-0B5D-422E-B4CE-5664D17F5E23}" destId="{1033017A-836C-4F7F-A0D7-7696ABDBD658}" srcOrd="0" destOrd="0" presId="urn:microsoft.com/office/officeart/2005/8/layout/lProcess2"/>
    <dgm:cxn modelId="{48B8E50A-AF18-46E6-9F50-920EC5A93C69}" type="presParOf" srcId="{A62AB504-0B5D-422E-B4CE-5664D17F5E23}" destId="{8887EB48-88C0-440B-B559-B55C15BD3154}" srcOrd="1" destOrd="0" presId="urn:microsoft.com/office/officeart/2005/8/layout/lProcess2"/>
    <dgm:cxn modelId="{76DF865E-E50B-475B-98E2-7143005FEC39}" type="presParOf" srcId="{A62AB504-0B5D-422E-B4CE-5664D17F5E23}" destId="{69356F17-4B5E-44AD-8295-24A7585F5919}" srcOrd="2" destOrd="0" presId="urn:microsoft.com/office/officeart/2005/8/layout/lProcess2"/>
    <dgm:cxn modelId="{557699D6-B416-4652-ACAA-B9F0DE7E088F}" type="presParOf" srcId="{A62AB504-0B5D-422E-B4CE-5664D17F5E23}" destId="{2EF7B75E-B31D-4048-80DA-3D92132A210A}" srcOrd="3" destOrd="0" presId="urn:microsoft.com/office/officeart/2005/8/layout/lProcess2"/>
    <dgm:cxn modelId="{FF0F453A-FF8F-4F9B-AACE-55E74008E1BD}" type="presParOf" srcId="{A62AB504-0B5D-422E-B4CE-5664D17F5E23}" destId="{45215CF1-D0DB-43C0-80C1-E4A79151BD40}" srcOrd="4" destOrd="0" presId="urn:microsoft.com/office/officeart/2005/8/layout/lProcess2"/>
    <dgm:cxn modelId="{23775809-6838-48CD-B201-68E054A003F1}" type="presParOf" srcId="{A62AB504-0B5D-422E-B4CE-5664D17F5E23}" destId="{75B6D848-E207-433D-AC68-C5963E28820D}" srcOrd="5" destOrd="0" presId="urn:microsoft.com/office/officeart/2005/8/layout/lProcess2"/>
    <dgm:cxn modelId="{4DC76B32-5AEB-4954-AB5F-0A8C81CE6E5A}" type="presParOf" srcId="{A62AB504-0B5D-422E-B4CE-5664D17F5E23}" destId="{B238F4F6-7F06-4836-9D9E-4728CFF100B8}" srcOrd="6" destOrd="0" presId="urn:microsoft.com/office/officeart/2005/8/layout/lProcess2"/>
    <dgm:cxn modelId="{AD3407B9-F1F4-4C75-9D74-F3965F72EE16}" type="presParOf" srcId="{A62AB504-0B5D-422E-B4CE-5664D17F5E23}" destId="{9E3E1D52-3F8B-453E-8C18-AA8C6DF5D6A4}" srcOrd="7" destOrd="0" presId="urn:microsoft.com/office/officeart/2005/8/layout/lProcess2"/>
    <dgm:cxn modelId="{9ED768EA-869F-4AC8-A247-CD564BE57560}" type="presParOf" srcId="{A62AB504-0B5D-422E-B4CE-5664D17F5E23}" destId="{ED1AAD90-458B-4650-8AA4-362A259AC80C}" srcOrd="8" destOrd="0" presId="urn:microsoft.com/office/officeart/2005/8/layout/lProcess2"/>
    <dgm:cxn modelId="{8E238389-8DA8-45BA-A106-142BE12586F4}" type="presParOf" srcId="{A62AB504-0B5D-422E-B4CE-5664D17F5E23}" destId="{02C9CAA9-576B-415D-A080-45B2B27CCD65}" srcOrd="9" destOrd="0" presId="urn:microsoft.com/office/officeart/2005/8/layout/lProcess2"/>
    <dgm:cxn modelId="{DEDB5835-A416-4DF9-B2D2-7808E63EA044}" type="presParOf" srcId="{A62AB504-0B5D-422E-B4CE-5664D17F5E23}" destId="{128C9686-C9D6-4E18-9E04-9850AA1A1EF4}" srcOrd="10" destOrd="0" presId="urn:microsoft.com/office/officeart/2005/8/layout/lProcess2"/>
    <dgm:cxn modelId="{542848B2-3C0B-4141-A876-C45C2FC4B033}" type="presParOf" srcId="{A62AB504-0B5D-422E-B4CE-5664D17F5E23}" destId="{0071188B-0F06-4802-81C7-E87CE7BD2D1C}" srcOrd="11" destOrd="0" presId="urn:microsoft.com/office/officeart/2005/8/layout/lProcess2"/>
    <dgm:cxn modelId="{D49B9FEB-374D-4FE2-B73E-881DA9898E56}" type="presParOf" srcId="{A62AB504-0B5D-422E-B4CE-5664D17F5E23}" destId="{377FFF0A-A5B1-4D1C-9021-9B9396286C3A}" srcOrd="12" destOrd="0" presId="urn:microsoft.com/office/officeart/2005/8/layout/lProcess2"/>
    <dgm:cxn modelId="{458D908D-778E-42C2-9931-FC9B9814EA68}" type="presParOf" srcId="{A62AB504-0B5D-422E-B4CE-5664D17F5E23}" destId="{99FFA781-85E7-401A-B774-B0DB7941A359}" srcOrd="13" destOrd="0" presId="urn:microsoft.com/office/officeart/2005/8/layout/lProcess2"/>
    <dgm:cxn modelId="{20D5AF3F-595E-41D7-8A3D-1F3D8D219A50}" type="presParOf" srcId="{A62AB504-0B5D-422E-B4CE-5664D17F5E23}" destId="{ACD8F604-C21B-4F85-B6F6-EA030DE93B56}" srcOrd="14" destOrd="0" presId="urn:microsoft.com/office/officeart/2005/8/layout/lProcess2"/>
    <dgm:cxn modelId="{26554487-C8F0-4105-AF54-324A88CE669B}" type="presParOf" srcId="{D952A1DB-5874-4DE4-93F1-67C1A2F9FF32}" destId="{F398654C-2E61-443A-93E6-2641989FEACB}" srcOrd="1" destOrd="0" presId="urn:microsoft.com/office/officeart/2005/8/layout/lProcess2"/>
    <dgm:cxn modelId="{EB310EE9-3611-40BD-816C-07E4FA48818B}" type="presParOf" srcId="{D952A1DB-5874-4DE4-93F1-67C1A2F9FF32}" destId="{22BB4B5B-0239-4873-92BB-9E7671C28D42}" srcOrd="2" destOrd="0" presId="urn:microsoft.com/office/officeart/2005/8/layout/lProcess2"/>
    <dgm:cxn modelId="{47B64A42-B1E0-45E2-A983-C24D03233C68}" type="presParOf" srcId="{22BB4B5B-0239-4873-92BB-9E7671C28D42}" destId="{7D3166F7-DFA2-4999-B3FB-6DB6946FE075}" srcOrd="0" destOrd="0" presId="urn:microsoft.com/office/officeart/2005/8/layout/lProcess2"/>
    <dgm:cxn modelId="{8DC85BF8-8079-46F6-9394-E22974A6642D}" type="presParOf" srcId="{22BB4B5B-0239-4873-92BB-9E7671C28D42}" destId="{48FDECB3-244A-40B9-9AA0-DE1B8384E8D6}" srcOrd="1" destOrd="0" presId="urn:microsoft.com/office/officeart/2005/8/layout/lProcess2"/>
    <dgm:cxn modelId="{950DD773-5202-459F-9507-B7F0F853DF7D}" type="presParOf" srcId="{22BB4B5B-0239-4873-92BB-9E7671C28D42}" destId="{8734733C-1109-4488-A6D2-5AFC2E730AFA}" srcOrd="2" destOrd="0" presId="urn:microsoft.com/office/officeart/2005/8/layout/lProcess2"/>
    <dgm:cxn modelId="{B9A57EDF-4C02-4BE7-A085-86353793F618}" type="presParOf" srcId="{8734733C-1109-4488-A6D2-5AFC2E730AFA}" destId="{B034559B-2010-4493-B962-4E36847F87DD}" srcOrd="0" destOrd="0" presId="urn:microsoft.com/office/officeart/2005/8/layout/lProcess2"/>
    <dgm:cxn modelId="{B575FC89-2541-4554-89A9-43CF212C922B}" type="presParOf" srcId="{B034559B-2010-4493-B962-4E36847F87DD}" destId="{BD8CB8E7-A3BC-4403-831B-43CDCFC388FD}" srcOrd="0" destOrd="0" presId="urn:microsoft.com/office/officeart/2005/8/layout/lProcess2"/>
    <dgm:cxn modelId="{633DF3F8-862E-4656-9A78-C63BC97D0166}" type="presParOf" srcId="{B034559B-2010-4493-B962-4E36847F87DD}" destId="{865E6A47-A79C-46CC-9B11-C86E8AA9ED16}" srcOrd="1" destOrd="0" presId="urn:microsoft.com/office/officeart/2005/8/layout/lProcess2"/>
    <dgm:cxn modelId="{E57C0B62-60D4-4791-9DB0-9255EDC17490}" type="presParOf" srcId="{B034559B-2010-4493-B962-4E36847F87DD}" destId="{14215DA6-0B16-4622-A03D-56123DFE30F8}" srcOrd="2" destOrd="0" presId="urn:microsoft.com/office/officeart/2005/8/layout/lProcess2"/>
    <dgm:cxn modelId="{F4D21C2E-0456-4B96-AFC5-FC2F74595FF0}" type="presParOf" srcId="{B034559B-2010-4493-B962-4E36847F87DD}" destId="{93B4321F-7769-4182-B401-4CE5440F9F43}" srcOrd="3" destOrd="0" presId="urn:microsoft.com/office/officeart/2005/8/layout/lProcess2"/>
    <dgm:cxn modelId="{8E67D56C-B754-408C-8898-8B1C10A8AD1C}" type="presParOf" srcId="{B034559B-2010-4493-B962-4E36847F87DD}" destId="{E46EBE9C-34D5-4664-81A8-16391D7FA9CD}" srcOrd="4" destOrd="0" presId="urn:microsoft.com/office/officeart/2005/8/layout/lProcess2"/>
    <dgm:cxn modelId="{1C88E546-81CA-4DBD-B584-F133B772A689}" type="presParOf" srcId="{B034559B-2010-4493-B962-4E36847F87DD}" destId="{F507C8D2-AF15-41B3-ACA5-0F268847AB91}" srcOrd="5" destOrd="0" presId="urn:microsoft.com/office/officeart/2005/8/layout/lProcess2"/>
    <dgm:cxn modelId="{15921034-0D75-4C89-A0C8-17DE1975F05E}" type="presParOf" srcId="{B034559B-2010-4493-B962-4E36847F87DD}" destId="{A0C0A948-AF9E-45A8-83B1-F94A1C2BDACB}" srcOrd="6" destOrd="0" presId="urn:microsoft.com/office/officeart/2005/8/layout/lProcess2"/>
    <dgm:cxn modelId="{BED398BB-5DF1-4444-B791-9D20A30DF63C}" type="presParOf" srcId="{B034559B-2010-4493-B962-4E36847F87DD}" destId="{2D2712E8-F964-4506-9168-3879AB6FFCBC}" srcOrd="7" destOrd="0" presId="urn:microsoft.com/office/officeart/2005/8/layout/lProcess2"/>
    <dgm:cxn modelId="{910D2E97-0349-4547-8305-F3A4D0459081}" type="presParOf" srcId="{B034559B-2010-4493-B962-4E36847F87DD}" destId="{47DE30D3-6C38-4E95-B397-282445BB1141}" srcOrd="8" destOrd="0" presId="urn:microsoft.com/office/officeart/2005/8/layout/lProcess2"/>
    <dgm:cxn modelId="{1E34CED4-28FC-4BEA-9D7F-969D94F504AB}" type="presParOf" srcId="{B034559B-2010-4493-B962-4E36847F87DD}" destId="{BC9D66B6-BE4F-42C3-8D26-B6ADFDA11396}" srcOrd="9" destOrd="0" presId="urn:microsoft.com/office/officeart/2005/8/layout/lProcess2"/>
    <dgm:cxn modelId="{A485717A-8FB6-4F4C-AC87-87873E1A4CAD}" type="presParOf" srcId="{B034559B-2010-4493-B962-4E36847F87DD}" destId="{D87BEBCA-A5EA-442A-B1D4-C3027B4C933D}" srcOrd="10" destOrd="0" presId="urn:microsoft.com/office/officeart/2005/8/layout/lProcess2"/>
    <dgm:cxn modelId="{F3FD165D-BCA7-4A58-9642-EB5202505C52}" type="presParOf" srcId="{B034559B-2010-4493-B962-4E36847F87DD}" destId="{60FC44E9-AFC2-4B68-94D6-9B46D2AC8321}" srcOrd="11" destOrd="0" presId="urn:microsoft.com/office/officeart/2005/8/layout/lProcess2"/>
    <dgm:cxn modelId="{5F6CC78D-074E-4B07-BACA-777D8AB45283}" type="presParOf" srcId="{B034559B-2010-4493-B962-4E36847F87DD}" destId="{3A0D8C3A-BF9F-4613-A137-779AF04AF45D}" srcOrd="12" destOrd="0" presId="urn:microsoft.com/office/officeart/2005/8/layout/lProcess2"/>
    <dgm:cxn modelId="{6CC10468-CDC3-46A9-95B3-CF73D3CE9589}" type="presParOf" srcId="{B034559B-2010-4493-B962-4E36847F87DD}" destId="{4D42AD37-930F-4C53-89B8-6D4F64D1DB6C}" srcOrd="13" destOrd="0" presId="urn:microsoft.com/office/officeart/2005/8/layout/lProcess2"/>
    <dgm:cxn modelId="{7C44E5FB-8B04-40D1-B818-F8BF1C791C27}" type="presParOf" srcId="{B034559B-2010-4493-B962-4E36847F87DD}" destId="{DCEA3190-64DD-431E-9B60-E47E7CFFE3A6}" srcOrd="14" destOrd="0" presId="urn:microsoft.com/office/officeart/2005/8/layout/lProcess2"/>
    <dgm:cxn modelId="{4D33C218-1584-42A1-BFAA-09B397EEB773}" type="presParOf" srcId="{D952A1DB-5874-4DE4-93F1-67C1A2F9FF32}" destId="{C06AB3E9-61FE-4410-8E71-B05738C1910E}" srcOrd="3" destOrd="0" presId="urn:microsoft.com/office/officeart/2005/8/layout/lProcess2"/>
    <dgm:cxn modelId="{B5DC9857-462E-4728-B96A-D6A8E3030DC5}" type="presParOf" srcId="{D952A1DB-5874-4DE4-93F1-67C1A2F9FF32}" destId="{606EC2EC-D056-465C-8A2C-F30FAC85962A}" srcOrd="4" destOrd="0" presId="urn:microsoft.com/office/officeart/2005/8/layout/lProcess2"/>
    <dgm:cxn modelId="{1EE731A3-4F58-4189-AE7F-724609E28139}" type="presParOf" srcId="{606EC2EC-D056-465C-8A2C-F30FAC85962A}" destId="{1B74B0A6-F3FE-4491-B75F-CE46319FEC5F}" srcOrd="0" destOrd="0" presId="urn:microsoft.com/office/officeart/2005/8/layout/lProcess2"/>
    <dgm:cxn modelId="{FDF4EC94-293B-456F-BB9E-109DFFE5FAE8}" type="presParOf" srcId="{606EC2EC-D056-465C-8A2C-F30FAC85962A}" destId="{EB90CF75-3D48-4B6D-81B9-529B6769CF8E}" srcOrd="1" destOrd="0" presId="urn:microsoft.com/office/officeart/2005/8/layout/lProcess2"/>
    <dgm:cxn modelId="{68719EF9-3609-47C3-ABB2-D4FB0535CF47}" type="presParOf" srcId="{606EC2EC-D056-465C-8A2C-F30FAC85962A}" destId="{47643501-B6C8-4820-84DB-A97679DD9D23}" srcOrd="2" destOrd="0" presId="urn:microsoft.com/office/officeart/2005/8/layout/lProcess2"/>
    <dgm:cxn modelId="{746CFFD6-B56F-40B8-BB96-B1E956B304A5}" type="presParOf" srcId="{47643501-B6C8-4820-84DB-A97679DD9D23}" destId="{5E644346-0D60-46A6-A2EA-7F12DD0CB622}" srcOrd="0" destOrd="0" presId="urn:microsoft.com/office/officeart/2005/8/layout/lProcess2"/>
    <dgm:cxn modelId="{8B3C71F6-2150-408B-A5BB-469D71B459EC}" type="presParOf" srcId="{5E644346-0D60-46A6-A2EA-7F12DD0CB622}" destId="{233B2A96-91DD-4A32-AF26-9C1977AA5E47}" srcOrd="0" destOrd="0" presId="urn:microsoft.com/office/officeart/2005/8/layout/lProcess2"/>
    <dgm:cxn modelId="{1C9CD864-3789-49D4-9864-FC401144F5AF}" type="presParOf" srcId="{5E644346-0D60-46A6-A2EA-7F12DD0CB622}" destId="{CE145505-6363-4702-83D5-8DC5AFFCF77F}" srcOrd="1" destOrd="0" presId="urn:microsoft.com/office/officeart/2005/8/layout/lProcess2"/>
    <dgm:cxn modelId="{BA42BD70-5BA5-445F-A4FC-9D96DE8F298D}" type="presParOf" srcId="{5E644346-0D60-46A6-A2EA-7F12DD0CB622}" destId="{88EF110A-0750-4C43-943B-06B67F569B1D}" srcOrd="2" destOrd="0" presId="urn:microsoft.com/office/officeart/2005/8/layout/lProcess2"/>
    <dgm:cxn modelId="{CCFA03BC-B3CA-41C2-B2D7-DD7B128E9518}" type="presParOf" srcId="{5E644346-0D60-46A6-A2EA-7F12DD0CB622}" destId="{2C0BA09F-9FC1-4249-8227-FF0DC02E7FE1}" srcOrd="3" destOrd="0" presId="urn:microsoft.com/office/officeart/2005/8/layout/lProcess2"/>
    <dgm:cxn modelId="{F37A13B0-1E76-47CE-82E6-55CAD69982C4}" type="presParOf" srcId="{5E644346-0D60-46A6-A2EA-7F12DD0CB622}" destId="{215203C5-F3F4-449D-B7E9-C5A75209CB35}" srcOrd="4" destOrd="0" presId="urn:microsoft.com/office/officeart/2005/8/layout/lProcess2"/>
    <dgm:cxn modelId="{94B7979B-1387-4C6A-8940-9035B9C59928}" type="presParOf" srcId="{5E644346-0D60-46A6-A2EA-7F12DD0CB622}" destId="{3466934D-EFEF-4F41-B292-ECA27FBC83BA}" srcOrd="5" destOrd="0" presId="urn:microsoft.com/office/officeart/2005/8/layout/lProcess2"/>
    <dgm:cxn modelId="{B7019A7C-E7CB-4CDB-A302-AD4D1BE174C5}" type="presParOf" srcId="{5E644346-0D60-46A6-A2EA-7F12DD0CB622}" destId="{0AE4CB49-9E32-4241-AA1C-4649BE68326C}" srcOrd="6" destOrd="0" presId="urn:microsoft.com/office/officeart/2005/8/layout/lProcess2"/>
    <dgm:cxn modelId="{C4346A64-2442-42E6-AB80-1CAF028FC0DD}" type="presParOf" srcId="{5E644346-0D60-46A6-A2EA-7F12DD0CB622}" destId="{B51EC392-FBC3-425A-BA0E-63F7D5B4C6B3}" srcOrd="7" destOrd="0" presId="urn:microsoft.com/office/officeart/2005/8/layout/lProcess2"/>
    <dgm:cxn modelId="{B34E413F-C5B2-4EBC-BD9E-6CCF3BC96C23}" type="presParOf" srcId="{5E644346-0D60-46A6-A2EA-7F12DD0CB622}" destId="{7C8C7E45-C806-4D74-A2AC-B8B3BAC1A4DF}" srcOrd="8" destOrd="0" presId="urn:microsoft.com/office/officeart/2005/8/layout/lProcess2"/>
    <dgm:cxn modelId="{701740B9-B3D8-4A18-BCC6-CEC962FE92CB}" type="presParOf" srcId="{5E644346-0D60-46A6-A2EA-7F12DD0CB622}" destId="{438F9C81-7EA0-411B-A45A-B1F85757FAE5}" srcOrd="9" destOrd="0" presId="urn:microsoft.com/office/officeart/2005/8/layout/lProcess2"/>
    <dgm:cxn modelId="{FDCC8171-44CE-4E5F-AD94-CFBAC4EBCF0B}" type="presParOf" srcId="{5E644346-0D60-46A6-A2EA-7F12DD0CB622}" destId="{CCED6FE4-0D59-4B1E-9597-A0D42DA39B05}" srcOrd="10" destOrd="0" presId="urn:microsoft.com/office/officeart/2005/8/layout/lProcess2"/>
    <dgm:cxn modelId="{4D1C3D9D-29F5-4DEA-B4B0-BEEEA783DA47}" type="presParOf" srcId="{5E644346-0D60-46A6-A2EA-7F12DD0CB622}" destId="{05AB784A-0C9A-4CAA-B764-AB63ABF99316}" srcOrd="11" destOrd="0" presId="urn:microsoft.com/office/officeart/2005/8/layout/lProcess2"/>
    <dgm:cxn modelId="{14C0FEC7-4B69-4401-B1A3-BFF9507ED065}" type="presParOf" srcId="{5E644346-0D60-46A6-A2EA-7F12DD0CB622}" destId="{8842800A-395C-421A-8E64-A8EA465F2530}" srcOrd="12" destOrd="0" presId="urn:microsoft.com/office/officeart/2005/8/layout/lProcess2"/>
    <dgm:cxn modelId="{FF1EC8EC-FA80-4088-9B78-FF60EE96363C}" type="presParOf" srcId="{5E644346-0D60-46A6-A2EA-7F12DD0CB622}" destId="{FD8C8A99-9866-4686-BA38-A2DDCCD1E0A9}" srcOrd="13" destOrd="0" presId="urn:microsoft.com/office/officeart/2005/8/layout/lProcess2"/>
    <dgm:cxn modelId="{3D406D9D-D54D-4ED3-BD93-6D96467C9B40}" type="presParOf" srcId="{5E644346-0D60-46A6-A2EA-7F12DD0CB622}" destId="{A590969D-E146-4018-9502-3C2A0B1A2681}" srcOrd="14" destOrd="0" presId="urn:microsoft.com/office/officeart/2005/8/layout/lProcess2"/>
    <dgm:cxn modelId="{B5D9B196-4D96-4D9C-B326-5736E7B33AB2}" type="presParOf" srcId="{D952A1DB-5874-4DE4-93F1-67C1A2F9FF32}" destId="{16DD0D91-6EB3-418F-A3DA-4E4DEC925183}" srcOrd="5" destOrd="0" presId="urn:microsoft.com/office/officeart/2005/8/layout/lProcess2"/>
    <dgm:cxn modelId="{C09C3962-5CD1-4F13-BCE3-239E993E325D}" type="presParOf" srcId="{D952A1DB-5874-4DE4-93F1-67C1A2F9FF32}" destId="{2474F145-4AAF-4910-BF54-60D9CAC03F2E}" srcOrd="6" destOrd="0" presId="urn:microsoft.com/office/officeart/2005/8/layout/lProcess2"/>
    <dgm:cxn modelId="{713F2472-E02A-4273-AB03-6A1304A9915F}" type="presParOf" srcId="{2474F145-4AAF-4910-BF54-60D9CAC03F2E}" destId="{2B900852-982B-4E6F-9C8D-5CA1828D0E0A}" srcOrd="0" destOrd="0" presId="urn:microsoft.com/office/officeart/2005/8/layout/lProcess2"/>
    <dgm:cxn modelId="{683DEDE8-A5D4-4D5A-A829-17C9CCBDE0CD}" type="presParOf" srcId="{2474F145-4AAF-4910-BF54-60D9CAC03F2E}" destId="{E7E1F82B-7D73-42DA-B928-5B8CD5A7A76D}" srcOrd="1" destOrd="0" presId="urn:microsoft.com/office/officeart/2005/8/layout/lProcess2"/>
    <dgm:cxn modelId="{E9EB9CAF-E8FB-48CB-98CD-337AC9D96659}" type="presParOf" srcId="{2474F145-4AAF-4910-BF54-60D9CAC03F2E}" destId="{8AB3E0BE-BBE6-4CE6-83D9-C8F10FA7AE9D}" srcOrd="2" destOrd="0" presId="urn:microsoft.com/office/officeart/2005/8/layout/lProcess2"/>
    <dgm:cxn modelId="{EA2BE39C-8061-4EA9-8315-D60E26CD9AE0}" type="presParOf" srcId="{8AB3E0BE-BBE6-4CE6-83D9-C8F10FA7AE9D}" destId="{B88BF3F4-DB46-48EB-994B-5B8F7BC69F43}" srcOrd="0" destOrd="0" presId="urn:microsoft.com/office/officeart/2005/8/layout/lProcess2"/>
    <dgm:cxn modelId="{8DC74CB5-D3C3-4633-923E-9454567F168C}" type="presParOf" srcId="{B88BF3F4-DB46-48EB-994B-5B8F7BC69F43}" destId="{7E48253A-8FE2-4C9C-97A7-E487B701242F}" srcOrd="0" destOrd="0" presId="urn:microsoft.com/office/officeart/2005/8/layout/lProcess2"/>
    <dgm:cxn modelId="{FDD20A00-07AD-46FD-A760-33877CCB721D}" type="presParOf" srcId="{B88BF3F4-DB46-48EB-994B-5B8F7BC69F43}" destId="{2BC3C3EF-FFDA-4061-A2E9-01FC256B6DA5}" srcOrd="1" destOrd="0" presId="urn:microsoft.com/office/officeart/2005/8/layout/lProcess2"/>
    <dgm:cxn modelId="{A8015B67-E322-4815-ABD0-3B74181FA32A}" type="presParOf" srcId="{B88BF3F4-DB46-48EB-994B-5B8F7BC69F43}" destId="{26412E3C-D68F-438C-8F5B-BA05A0BE1C39}" srcOrd="2" destOrd="0" presId="urn:microsoft.com/office/officeart/2005/8/layout/lProcess2"/>
    <dgm:cxn modelId="{B5C81376-7F89-42C9-9BC0-4502E625C4F2}" type="presParOf" srcId="{B88BF3F4-DB46-48EB-994B-5B8F7BC69F43}" destId="{D4D9A419-A539-4EDA-9F00-368EC6F368DC}" srcOrd="3" destOrd="0" presId="urn:microsoft.com/office/officeart/2005/8/layout/lProcess2"/>
    <dgm:cxn modelId="{CD77460F-E29D-402B-8211-5AAEBA7124F9}" type="presParOf" srcId="{B88BF3F4-DB46-48EB-994B-5B8F7BC69F43}" destId="{210CED6C-2ED8-43EB-9D1D-E110E9653D78}" srcOrd="4" destOrd="0" presId="urn:microsoft.com/office/officeart/2005/8/layout/lProcess2"/>
    <dgm:cxn modelId="{35A58DDB-FA8F-4ED8-AA5B-6E1B30F680C0}" type="presParOf" srcId="{B88BF3F4-DB46-48EB-994B-5B8F7BC69F43}" destId="{B0374656-D581-48B1-A2D4-14F0D2D141EB}" srcOrd="5" destOrd="0" presId="urn:microsoft.com/office/officeart/2005/8/layout/lProcess2"/>
    <dgm:cxn modelId="{2AFA2500-958C-4DE3-BD32-6BAC04D694E9}" type="presParOf" srcId="{B88BF3F4-DB46-48EB-994B-5B8F7BC69F43}" destId="{35A831BD-382D-4B06-9F42-A2FF2EFAAA0B}" srcOrd="6" destOrd="0" presId="urn:microsoft.com/office/officeart/2005/8/layout/lProcess2"/>
    <dgm:cxn modelId="{26B306AB-1716-47A5-8549-146F36914B2F}" type="presParOf" srcId="{B88BF3F4-DB46-48EB-994B-5B8F7BC69F43}" destId="{290F5FDF-482C-4218-9DDC-37FD76600691}" srcOrd="7" destOrd="0" presId="urn:microsoft.com/office/officeart/2005/8/layout/lProcess2"/>
    <dgm:cxn modelId="{549DE5A6-0789-4EE7-AB05-03C1014F62BB}" type="presParOf" srcId="{B88BF3F4-DB46-48EB-994B-5B8F7BC69F43}" destId="{353A962C-972A-4798-BDDD-2727F56690CF}" srcOrd="8" destOrd="0" presId="urn:microsoft.com/office/officeart/2005/8/layout/lProcess2"/>
    <dgm:cxn modelId="{7AC0E2CF-E457-4DC9-ABFB-5D51749FFA96}" type="presParOf" srcId="{B88BF3F4-DB46-48EB-994B-5B8F7BC69F43}" destId="{C8F3B132-5C1E-40FA-ACC6-B8F8A7D8834B}" srcOrd="9" destOrd="0" presId="urn:microsoft.com/office/officeart/2005/8/layout/lProcess2"/>
    <dgm:cxn modelId="{E79542D8-1633-4AC2-9A82-62EF6B4DC8D5}" type="presParOf" srcId="{B88BF3F4-DB46-48EB-994B-5B8F7BC69F43}" destId="{FFB99DC8-5C01-44CD-9FA1-C090110D39CC}" srcOrd="10" destOrd="0" presId="urn:microsoft.com/office/officeart/2005/8/layout/lProcess2"/>
    <dgm:cxn modelId="{F9C116FB-7CB7-4989-9C7F-F3DF7C9A655C}" type="presParOf" srcId="{B88BF3F4-DB46-48EB-994B-5B8F7BC69F43}" destId="{6040D580-CD40-448C-BC6D-0EB8EE2E02DE}" srcOrd="11" destOrd="0" presId="urn:microsoft.com/office/officeart/2005/8/layout/lProcess2"/>
    <dgm:cxn modelId="{5A3427C3-FB8C-418C-9AB8-F72AE9804782}" type="presParOf" srcId="{B88BF3F4-DB46-48EB-994B-5B8F7BC69F43}" destId="{64DDC701-5AB7-4529-92C2-65FE2A80049E}" srcOrd="12" destOrd="0" presId="urn:microsoft.com/office/officeart/2005/8/layout/lProcess2"/>
    <dgm:cxn modelId="{D6E24B52-9BBE-44CF-924F-95B4AD1461F3}" type="presParOf" srcId="{B88BF3F4-DB46-48EB-994B-5B8F7BC69F43}" destId="{9E7EA67D-90BD-4F93-8B60-B83D631852C3}" srcOrd="13" destOrd="0" presId="urn:microsoft.com/office/officeart/2005/8/layout/lProcess2"/>
    <dgm:cxn modelId="{52DFDDAE-7B8C-4D6C-AFA8-48045CF5A7CE}" type="presParOf" srcId="{B88BF3F4-DB46-48EB-994B-5B8F7BC69F43}" destId="{6BA22EA9-433E-497C-BE37-023DAB934C5D}" srcOrd="14" destOrd="0" presId="urn:microsoft.com/office/officeart/2005/8/layout/lProcess2"/>
    <dgm:cxn modelId="{6AB95F0B-99C3-42B3-B1AF-B8A57550C7F6}" type="presParOf" srcId="{D952A1DB-5874-4DE4-93F1-67C1A2F9FF32}" destId="{D188DAFB-1019-498C-BFB8-29677CC9282E}" srcOrd="7" destOrd="0" presId="urn:microsoft.com/office/officeart/2005/8/layout/lProcess2"/>
    <dgm:cxn modelId="{044C1178-0B44-4D92-8693-6C07867FFB30}" type="presParOf" srcId="{D952A1DB-5874-4DE4-93F1-67C1A2F9FF32}" destId="{E685E499-69C6-4893-BD11-C686245075BC}" srcOrd="8" destOrd="0" presId="urn:microsoft.com/office/officeart/2005/8/layout/lProcess2"/>
    <dgm:cxn modelId="{83D240C5-B1D2-496C-BB41-FD8636FADF86}" type="presParOf" srcId="{E685E499-69C6-4893-BD11-C686245075BC}" destId="{09C33052-BF06-4E2B-BF8E-1E8A0E6EBEDD}" srcOrd="0" destOrd="0" presId="urn:microsoft.com/office/officeart/2005/8/layout/lProcess2"/>
    <dgm:cxn modelId="{7419C656-590C-4653-B271-ADCA9123F64A}" type="presParOf" srcId="{E685E499-69C6-4893-BD11-C686245075BC}" destId="{108F163F-4CE7-44FE-9DFE-35F6FF0629E5}" srcOrd="1" destOrd="0" presId="urn:microsoft.com/office/officeart/2005/8/layout/lProcess2"/>
    <dgm:cxn modelId="{D5439FF8-61FC-4912-B7A5-6FB30FAF2847}" type="presParOf" srcId="{E685E499-69C6-4893-BD11-C686245075BC}" destId="{36D29BCC-52C7-4499-BDF8-1F0CF3EAC9F0}" srcOrd="2" destOrd="0" presId="urn:microsoft.com/office/officeart/2005/8/layout/lProcess2"/>
    <dgm:cxn modelId="{86DF16BB-979F-4C5E-9B4E-6DED97AD333C}" type="presParOf" srcId="{36D29BCC-52C7-4499-BDF8-1F0CF3EAC9F0}" destId="{CF002749-F58E-4A8E-AF7C-34213C668794}" srcOrd="0" destOrd="0" presId="urn:microsoft.com/office/officeart/2005/8/layout/lProcess2"/>
    <dgm:cxn modelId="{FA913763-4B49-44A8-8F4C-19816FD62D70}" type="presParOf" srcId="{CF002749-F58E-4A8E-AF7C-34213C668794}" destId="{D272568A-9A39-47BB-804E-299F1E526B21}" srcOrd="0" destOrd="0" presId="urn:microsoft.com/office/officeart/2005/8/layout/lProcess2"/>
    <dgm:cxn modelId="{C614E0DA-524A-4F28-AD00-DA5D1936E2D8}" type="presParOf" srcId="{CF002749-F58E-4A8E-AF7C-34213C668794}" destId="{5CE69059-059A-411B-A342-F3D46575BE3D}" srcOrd="1" destOrd="0" presId="urn:microsoft.com/office/officeart/2005/8/layout/lProcess2"/>
    <dgm:cxn modelId="{532E8B9E-716D-4D06-A8A6-5CBCD1435896}" type="presParOf" srcId="{CF002749-F58E-4A8E-AF7C-34213C668794}" destId="{46D2D476-0F97-431F-AA6E-AC4A99EA00EE}" srcOrd="2" destOrd="0" presId="urn:microsoft.com/office/officeart/2005/8/layout/lProcess2"/>
    <dgm:cxn modelId="{C9B9EC32-B211-4000-BBF2-9C19BB67C614}" type="presParOf" srcId="{CF002749-F58E-4A8E-AF7C-34213C668794}" destId="{AD10AED0-DAFE-4123-9E2F-9C0D320A5C1A}" srcOrd="3" destOrd="0" presId="urn:microsoft.com/office/officeart/2005/8/layout/lProcess2"/>
    <dgm:cxn modelId="{03B4B3BF-C724-42D7-A4C7-8DB39AEBFEB2}" type="presParOf" srcId="{CF002749-F58E-4A8E-AF7C-34213C668794}" destId="{0738F250-0DE8-42BF-A8DD-216BC41656D7}" srcOrd="4" destOrd="0" presId="urn:microsoft.com/office/officeart/2005/8/layout/lProcess2"/>
    <dgm:cxn modelId="{FF3F764E-6C60-4E1F-B4C3-5238441D173E}" type="presParOf" srcId="{CF002749-F58E-4A8E-AF7C-34213C668794}" destId="{7C6E0FA6-B28C-409C-B150-F5CAF52785F0}" srcOrd="5" destOrd="0" presId="urn:microsoft.com/office/officeart/2005/8/layout/lProcess2"/>
    <dgm:cxn modelId="{384DD12B-ED23-4999-B309-4C047A5F3D64}" type="presParOf" srcId="{CF002749-F58E-4A8E-AF7C-34213C668794}" destId="{C74C5F0A-FB4D-4288-BD66-76EBB174A138}" srcOrd="6" destOrd="0" presId="urn:microsoft.com/office/officeart/2005/8/layout/lProcess2"/>
    <dgm:cxn modelId="{F50F5864-DFB0-4425-A8ED-0F785673CD41}" type="presParOf" srcId="{CF002749-F58E-4A8E-AF7C-34213C668794}" destId="{1A9959B0-CFD9-432A-B168-60FA188218F7}" srcOrd="7" destOrd="0" presId="urn:microsoft.com/office/officeart/2005/8/layout/lProcess2"/>
    <dgm:cxn modelId="{721DBC05-CFCE-421F-BF93-671DEFF3B721}" type="presParOf" srcId="{CF002749-F58E-4A8E-AF7C-34213C668794}" destId="{C75BBB5D-D9DA-4ADA-9A1F-28CE7E7EA4B9}" srcOrd="8" destOrd="0" presId="urn:microsoft.com/office/officeart/2005/8/layout/lProcess2"/>
    <dgm:cxn modelId="{2EDBFB4F-08C9-491A-A50B-BBC58E03E367}" type="presParOf" srcId="{CF002749-F58E-4A8E-AF7C-34213C668794}" destId="{4E18D53F-82EB-49E2-98B4-5AFCE34601C9}" srcOrd="9" destOrd="0" presId="urn:microsoft.com/office/officeart/2005/8/layout/lProcess2"/>
    <dgm:cxn modelId="{F03B0085-574E-45B0-948E-19EDD062618D}" type="presParOf" srcId="{CF002749-F58E-4A8E-AF7C-34213C668794}" destId="{D7F74FB0-3DBA-433F-BF65-97633AAD7C81}" srcOrd="10" destOrd="0" presId="urn:microsoft.com/office/officeart/2005/8/layout/lProcess2"/>
    <dgm:cxn modelId="{D4AC2876-6D44-4B61-B744-EBDCE187AF51}" type="presParOf" srcId="{CF002749-F58E-4A8E-AF7C-34213C668794}" destId="{B9001659-F37B-473B-8FC5-F4CD23CDA116}" srcOrd="11" destOrd="0" presId="urn:microsoft.com/office/officeart/2005/8/layout/lProcess2"/>
    <dgm:cxn modelId="{60B21580-433C-4F51-8B79-B9ED4C59CB0C}" type="presParOf" srcId="{CF002749-F58E-4A8E-AF7C-34213C668794}" destId="{C1CAF501-2CF4-4321-B2B3-34BB2DCE34CA}" srcOrd="12" destOrd="0" presId="urn:microsoft.com/office/officeart/2005/8/layout/lProcess2"/>
    <dgm:cxn modelId="{ABCA8406-F1F1-4CA4-B498-E0ED70C0394B}" type="presParOf" srcId="{CF002749-F58E-4A8E-AF7C-34213C668794}" destId="{BB1B8811-D5C6-47A4-B4DC-8908E7014B02}" srcOrd="13" destOrd="0" presId="urn:microsoft.com/office/officeart/2005/8/layout/lProcess2"/>
    <dgm:cxn modelId="{3A557AE1-F192-48D3-A175-747B8C8C1387}" type="presParOf" srcId="{CF002749-F58E-4A8E-AF7C-34213C668794}" destId="{9FB4B628-493C-4A82-B79C-F79F5D25AEEE}" srcOrd="1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13BF08-2CF0-4FB9-94B8-9234807D54A7}" type="doc">
      <dgm:prSet loTypeId="urn:microsoft.com/office/officeart/2009/3/layout/StepUp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483DF26-84D5-48BF-AB61-4D3CF8D652A0}">
      <dgm:prSet/>
      <dgm:spPr/>
      <dgm:t>
        <a:bodyPr/>
        <a:lstStyle/>
        <a:p>
          <a:pPr>
            <a:buNone/>
          </a:pPr>
          <a:r>
            <a:rPr lang="en-US" dirty="0"/>
            <a:t>False negatives are more dangerous than false positives.</a:t>
          </a:r>
        </a:p>
      </dgm:t>
    </dgm:pt>
    <dgm:pt modelId="{3134A4BB-4ACF-4AA8-A2BC-C1863EF54F26}" type="parTrans" cxnId="{CA9E28D4-3D62-4CC3-9B92-C33F25FEB3BC}">
      <dgm:prSet/>
      <dgm:spPr/>
      <dgm:t>
        <a:bodyPr/>
        <a:lstStyle/>
        <a:p>
          <a:endParaRPr lang="en-US"/>
        </a:p>
      </dgm:t>
    </dgm:pt>
    <dgm:pt modelId="{C29601DA-E1F3-428B-ABFE-888FD6231459}" type="sibTrans" cxnId="{CA9E28D4-3D62-4CC3-9B92-C33F25FEB3BC}">
      <dgm:prSet/>
      <dgm:spPr/>
      <dgm:t>
        <a:bodyPr/>
        <a:lstStyle/>
        <a:p>
          <a:endParaRPr lang="en-US"/>
        </a:p>
      </dgm:t>
    </dgm:pt>
    <dgm:pt modelId="{936B921A-366B-466A-B067-51B3F219106E}">
      <dgm:prSet/>
      <dgm:spPr/>
      <dgm:t>
        <a:bodyPr/>
        <a:lstStyle/>
        <a:p>
          <a:pPr>
            <a:buNone/>
          </a:pPr>
          <a:r>
            <a:rPr lang="en-US" dirty="0"/>
            <a:t>Used F1, AUC, PR curves to evaluate beyond accuracy.</a:t>
          </a:r>
        </a:p>
      </dgm:t>
    </dgm:pt>
    <dgm:pt modelId="{E966C797-90CB-4210-A446-544DD78200B5}" type="parTrans" cxnId="{6CF09ED7-0B0A-4EBE-B006-47F1E0BCB830}">
      <dgm:prSet/>
      <dgm:spPr/>
      <dgm:t>
        <a:bodyPr/>
        <a:lstStyle/>
        <a:p>
          <a:endParaRPr lang="en-US"/>
        </a:p>
      </dgm:t>
    </dgm:pt>
    <dgm:pt modelId="{417D7810-28AA-49DD-B587-2801D6CA61AB}" type="sibTrans" cxnId="{6CF09ED7-0B0A-4EBE-B006-47F1E0BCB830}">
      <dgm:prSet/>
      <dgm:spPr/>
      <dgm:t>
        <a:bodyPr/>
        <a:lstStyle/>
        <a:p>
          <a:endParaRPr lang="en-US"/>
        </a:p>
      </dgm:t>
    </dgm:pt>
    <dgm:pt modelId="{5CC4C5AF-7D83-40C0-813C-9C22DA11E09F}">
      <dgm:prSet/>
      <dgm:spPr/>
      <dgm:t>
        <a:bodyPr/>
        <a:lstStyle/>
        <a:p>
          <a:pPr>
            <a:buNone/>
          </a:pPr>
          <a:r>
            <a:rPr lang="en-US" dirty="0"/>
            <a:t>Tuned thresholds to prioritize clinical relevance.</a:t>
          </a:r>
        </a:p>
      </dgm:t>
    </dgm:pt>
    <dgm:pt modelId="{C49E5B9E-81E6-4392-8C23-E76732EB4312}" type="parTrans" cxnId="{809AD9CA-7837-40AB-8D8C-0584EADE2ABB}">
      <dgm:prSet/>
      <dgm:spPr/>
      <dgm:t>
        <a:bodyPr/>
        <a:lstStyle/>
        <a:p>
          <a:endParaRPr lang="en-US"/>
        </a:p>
      </dgm:t>
    </dgm:pt>
    <dgm:pt modelId="{1F3D00CD-30DE-4D59-BB68-EB582D29EE68}" type="sibTrans" cxnId="{809AD9CA-7837-40AB-8D8C-0584EADE2ABB}">
      <dgm:prSet/>
      <dgm:spPr/>
      <dgm:t>
        <a:bodyPr/>
        <a:lstStyle/>
        <a:p>
          <a:endParaRPr lang="en-US"/>
        </a:p>
      </dgm:t>
    </dgm:pt>
    <dgm:pt modelId="{AC02DA4A-14B8-436E-B5FE-CDF6371E58B3}">
      <dgm:prSet/>
      <dgm:spPr/>
      <dgm:t>
        <a:bodyPr/>
        <a:lstStyle/>
        <a:p>
          <a:r>
            <a:rPr lang="en-US" dirty="0"/>
            <a:t>Future Considerations</a:t>
          </a:r>
        </a:p>
      </dgm:t>
    </dgm:pt>
    <dgm:pt modelId="{07D95F5F-4D00-458D-9FA0-BF6782343FF4}" type="parTrans" cxnId="{3DC59071-D71C-4EFD-B3BF-B78FD144C9E8}">
      <dgm:prSet/>
      <dgm:spPr/>
      <dgm:t>
        <a:bodyPr/>
        <a:lstStyle/>
        <a:p>
          <a:endParaRPr lang="en-US"/>
        </a:p>
      </dgm:t>
    </dgm:pt>
    <dgm:pt modelId="{03D23250-4C76-4903-8FB9-89F1030F384A}" type="sibTrans" cxnId="{3DC59071-D71C-4EFD-B3BF-B78FD144C9E8}">
      <dgm:prSet/>
      <dgm:spPr/>
      <dgm:t>
        <a:bodyPr/>
        <a:lstStyle/>
        <a:p>
          <a:endParaRPr lang="en-US"/>
        </a:p>
      </dgm:t>
    </dgm:pt>
    <dgm:pt modelId="{D15F24F9-4392-4A7A-BBBD-FD9C014E81A1}">
      <dgm:prSet phldrT="[Text]"/>
      <dgm:spPr/>
      <dgm:t>
        <a:bodyPr/>
        <a:lstStyle/>
        <a:p>
          <a:pPr>
            <a:buNone/>
          </a:pPr>
          <a:r>
            <a:rPr lang="en-US" dirty="0"/>
            <a:t>Recall ↑ or Precision ↓</a:t>
          </a:r>
        </a:p>
      </dgm:t>
    </dgm:pt>
    <dgm:pt modelId="{38357694-2FD3-4AC9-9B05-5D094D4B3612}" type="sibTrans" cxnId="{4AE4F584-D0FE-4DDB-94BD-F2965EE68194}">
      <dgm:prSet/>
      <dgm:spPr/>
      <dgm:t>
        <a:bodyPr/>
        <a:lstStyle/>
        <a:p>
          <a:endParaRPr lang="en-US"/>
        </a:p>
      </dgm:t>
    </dgm:pt>
    <dgm:pt modelId="{76D4454D-9909-4BAB-A94B-979D2F9C2137}" type="parTrans" cxnId="{4AE4F584-D0FE-4DDB-94BD-F2965EE68194}">
      <dgm:prSet/>
      <dgm:spPr/>
      <dgm:t>
        <a:bodyPr/>
        <a:lstStyle/>
        <a:p>
          <a:endParaRPr lang="en-US"/>
        </a:p>
      </dgm:t>
    </dgm:pt>
    <dgm:pt modelId="{D2E361EA-2F1A-4548-BED8-62A583016A22}">
      <dgm:prSet phldrT="[Text]"/>
      <dgm:spPr/>
      <dgm:t>
        <a:bodyPr/>
        <a:lstStyle/>
        <a:p>
          <a:pPr>
            <a:buNone/>
          </a:pPr>
          <a:r>
            <a:rPr lang="en-US"/>
            <a:t>Trade-off </a:t>
          </a:r>
          <a:r>
            <a:rPr lang="en-US" dirty="0"/>
            <a:t>matters in medical risk.</a:t>
          </a:r>
        </a:p>
      </dgm:t>
    </dgm:pt>
    <dgm:pt modelId="{74764E01-8AA9-461D-9EEF-2EF77764F98A}" type="parTrans" cxnId="{6740A723-FC75-4DFC-A3BA-87481926CCA5}">
      <dgm:prSet/>
      <dgm:spPr/>
      <dgm:t>
        <a:bodyPr/>
        <a:lstStyle/>
        <a:p>
          <a:endParaRPr lang="en-US"/>
        </a:p>
      </dgm:t>
    </dgm:pt>
    <dgm:pt modelId="{2E4F205F-24EF-4C5D-AF17-8564592F967D}" type="sibTrans" cxnId="{6740A723-FC75-4DFC-A3BA-87481926CCA5}">
      <dgm:prSet/>
      <dgm:spPr/>
      <dgm:t>
        <a:bodyPr/>
        <a:lstStyle/>
        <a:p>
          <a:endParaRPr lang="en-US"/>
        </a:p>
      </dgm:t>
    </dgm:pt>
    <dgm:pt modelId="{93357E69-8334-4EB9-9F0C-4605CBEEFBE1}">
      <dgm:prSet/>
      <dgm:spPr/>
      <dgm:t>
        <a:bodyPr/>
        <a:lstStyle/>
        <a:p>
          <a:r>
            <a:rPr lang="en-US"/>
            <a:t>Use </a:t>
          </a:r>
          <a:r>
            <a:rPr lang="en-US" dirty="0"/>
            <a:t>ensemble methods to boost performance.</a:t>
          </a:r>
        </a:p>
      </dgm:t>
    </dgm:pt>
    <dgm:pt modelId="{0B552585-E59F-43B2-8004-B263831A1441}" type="parTrans" cxnId="{D18AA72B-D085-4573-B724-7B4AC0350122}">
      <dgm:prSet/>
      <dgm:spPr/>
      <dgm:t>
        <a:bodyPr/>
        <a:lstStyle/>
        <a:p>
          <a:endParaRPr lang="en-US"/>
        </a:p>
      </dgm:t>
    </dgm:pt>
    <dgm:pt modelId="{78D212DA-C778-4735-B10A-A3121A9C7CE4}" type="sibTrans" cxnId="{D18AA72B-D085-4573-B724-7B4AC0350122}">
      <dgm:prSet/>
      <dgm:spPr/>
      <dgm:t>
        <a:bodyPr/>
        <a:lstStyle/>
        <a:p>
          <a:endParaRPr lang="en-US"/>
        </a:p>
      </dgm:t>
    </dgm:pt>
    <dgm:pt modelId="{6B3301A6-67B4-48C1-BC65-ED692354C18A}">
      <dgm:prSet/>
      <dgm:spPr/>
      <dgm:t>
        <a:bodyPr/>
        <a:lstStyle/>
        <a:p>
          <a:pPr>
            <a:buNone/>
          </a:pPr>
          <a:r>
            <a:rPr lang="en-US" dirty="0"/>
            <a:t>Tried multiple models for balance &amp; interpretability.</a:t>
          </a:r>
        </a:p>
      </dgm:t>
    </dgm:pt>
    <dgm:pt modelId="{3CB9E828-618C-41E1-9DF2-47FA6DC6276D}" type="parTrans" cxnId="{C56EECBD-5675-4D7F-9409-AF9C7C882CBD}">
      <dgm:prSet/>
      <dgm:spPr/>
      <dgm:t>
        <a:bodyPr/>
        <a:lstStyle/>
        <a:p>
          <a:endParaRPr lang="en-US"/>
        </a:p>
      </dgm:t>
    </dgm:pt>
    <dgm:pt modelId="{5DD9A79B-291F-4C0B-A1AA-021545609A18}" type="sibTrans" cxnId="{C56EECBD-5675-4D7F-9409-AF9C7C882CBD}">
      <dgm:prSet/>
      <dgm:spPr/>
      <dgm:t>
        <a:bodyPr/>
        <a:lstStyle/>
        <a:p>
          <a:endParaRPr lang="en-US"/>
        </a:p>
      </dgm:t>
    </dgm:pt>
    <dgm:pt modelId="{F4FCC8D1-7F1B-4EFE-B4D6-00EC9ED95651}">
      <dgm:prSet/>
      <dgm:spPr/>
      <dgm:t>
        <a:bodyPr/>
        <a:lstStyle/>
        <a:p>
          <a:pPr>
            <a:buNone/>
          </a:pPr>
          <a:r>
            <a:rPr lang="en-US" dirty="0"/>
            <a:t>Different hyperparameters</a:t>
          </a:r>
        </a:p>
      </dgm:t>
    </dgm:pt>
    <dgm:pt modelId="{1B252537-8F36-4B34-94DB-0E1B92D4D911}" type="parTrans" cxnId="{B83B9709-7EE7-4553-925D-BBEDCF0EDABA}">
      <dgm:prSet/>
      <dgm:spPr/>
      <dgm:t>
        <a:bodyPr/>
        <a:lstStyle/>
        <a:p>
          <a:endParaRPr lang="en-US"/>
        </a:p>
      </dgm:t>
    </dgm:pt>
    <dgm:pt modelId="{BC80E018-528C-4008-8553-54CFAF6D8293}" type="sibTrans" cxnId="{B83B9709-7EE7-4553-925D-BBEDCF0EDABA}">
      <dgm:prSet/>
      <dgm:spPr/>
      <dgm:t>
        <a:bodyPr/>
        <a:lstStyle/>
        <a:p>
          <a:endParaRPr lang="en-US"/>
        </a:p>
      </dgm:t>
    </dgm:pt>
    <dgm:pt modelId="{BE3DD776-49E1-4253-827C-BCF5398F612F}">
      <dgm:prSet/>
      <dgm:spPr/>
      <dgm:t>
        <a:bodyPr/>
        <a:lstStyle/>
        <a:p>
          <a:pPr>
            <a:buNone/>
          </a:pPr>
          <a:r>
            <a:rPr lang="en-US" dirty="0"/>
            <a:t>Computational time</a:t>
          </a:r>
        </a:p>
      </dgm:t>
    </dgm:pt>
    <dgm:pt modelId="{56F50677-6451-4B15-B22C-403E2B7CCE4E}" type="parTrans" cxnId="{577F5B7D-7BD9-4681-8B00-A961A34235D3}">
      <dgm:prSet/>
      <dgm:spPr/>
      <dgm:t>
        <a:bodyPr/>
        <a:lstStyle/>
        <a:p>
          <a:endParaRPr lang="en-US"/>
        </a:p>
      </dgm:t>
    </dgm:pt>
    <dgm:pt modelId="{676A716D-13D0-4481-8780-42C99B5B659D}" type="sibTrans" cxnId="{577F5B7D-7BD9-4681-8B00-A961A34235D3}">
      <dgm:prSet/>
      <dgm:spPr/>
      <dgm:t>
        <a:bodyPr/>
        <a:lstStyle/>
        <a:p>
          <a:endParaRPr lang="en-US"/>
        </a:p>
      </dgm:t>
    </dgm:pt>
    <dgm:pt modelId="{A4819530-2E9B-49B6-8B11-B634BE11562F}" type="pres">
      <dgm:prSet presAssocID="{CC13BF08-2CF0-4FB9-94B8-9234807D54A7}" presName="rootnode" presStyleCnt="0">
        <dgm:presLayoutVars>
          <dgm:chMax/>
          <dgm:chPref/>
          <dgm:dir/>
          <dgm:animLvl val="lvl"/>
        </dgm:presLayoutVars>
      </dgm:prSet>
      <dgm:spPr/>
    </dgm:pt>
    <dgm:pt modelId="{764B013E-DD94-4390-8D3E-22AC70CA8730}" type="pres">
      <dgm:prSet presAssocID="{D15F24F9-4392-4A7A-BBBD-FD9C014E81A1}" presName="composite" presStyleCnt="0"/>
      <dgm:spPr/>
    </dgm:pt>
    <dgm:pt modelId="{40F986F3-BC7F-4449-AE24-48AE41ADE2B5}" type="pres">
      <dgm:prSet presAssocID="{D15F24F9-4392-4A7A-BBBD-FD9C014E81A1}" presName="LShape" presStyleLbl="alignNode1" presStyleIdx="0" presStyleCnt="7"/>
      <dgm:spPr/>
    </dgm:pt>
    <dgm:pt modelId="{E3F00E0F-93F5-43ED-9411-8A3C869D7A31}" type="pres">
      <dgm:prSet presAssocID="{D15F24F9-4392-4A7A-BBBD-FD9C014E81A1}" presName="Parent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69853DC4-75ED-492C-B838-34D7F30D64D0}" type="pres">
      <dgm:prSet presAssocID="{D15F24F9-4392-4A7A-BBBD-FD9C014E81A1}" presName="Triangle" presStyleLbl="alignNode1" presStyleIdx="1" presStyleCnt="7"/>
      <dgm:spPr/>
    </dgm:pt>
    <dgm:pt modelId="{1954CBE4-B89C-40CA-AE0A-221AE9E3CABC}" type="pres">
      <dgm:prSet presAssocID="{38357694-2FD3-4AC9-9B05-5D094D4B3612}" presName="sibTrans" presStyleCnt="0"/>
      <dgm:spPr/>
    </dgm:pt>
    <dgm:pt modelId="{1D581A06-711C-46E3-B2AE-8D715DBC1707}" type="pres">
      <dgm:prSet presAssocID="{38357694-2FD3-4AC9-9B05-5D094D4B3612}" presName="space" presStyleCnt="0"/>
      <dgm:spPr/>
    </dgm:pt>
    <dgm:pt modelId="{6D78BFA7-7160-4514-8D84-2108E0E4310A}" type="pres">
      <dgm:prSet presAssocID="{6B3301A6-67B4-48C1-BC65-ED692354C18A}" presName="composite" presStyleCnt="0"/>
      <dgm:spPr/>
    </dgm:pt>
    <dgm:pt modelId="{F3919AB6-21B7-426F-8FE7-FCF601539F69}" type="pres">
      <dgm:prSet presAssocID="{6B3301A6-67B4-48C1-BC65-ED692354C18A}" presName="LShape" presStyleLbl="alignNode1" presStyleIdx="2" presStyleCnt="7"/>
      <dgm:spPr/>
    </dgm:pt>
    <dgm:pt modelId="{FF2F1E40-2F78-455A-A9A4-D8A538A778D5}" type="pres">
      <dgm:prSet presAssocID="{6B3301A6-67B4-48C1-BC65-ED692354C18A}" presName="Parent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E96EEB2D-773F-4B8E-A7F5-00C90A063C1D}" type="pres">
      <dgm:prSet presAssocID="{6B3301A6-67B4-48C1-BC65-ED692354C18A}" presName="Triangle" presStyleLbl="alignNode1" presStyleIdx="3" presStyleCnt="7"/>
      <dgm:spPr/>
    </dgm:pt>
    <dgm:pt modelId="{91DD438C-8D6E-4801-907E-BD795BA2A1A8}" type="pres">
      <dgm:prSet presAssocID="{5DD9A79B-291F-4C0B-A1AA-021545609A18}" presName="sibTrans" presStyleCnt="0"/>
      <dgm:spPr/>
    </dgm:pt>
    <dgm:pt modelId="{80565710-6E59-42F2-9D9A-1885BD253447}" type="pres">
      <dgm:prSet presAssocID="{5DD9A79B-291F-4C0B-A1AA-021545609A18}" presName="space" presStyleCnt="0"/>
      <dgm:spPr/>
    </dgm:pt>
    <dgm:pt modelId="{4FE31B59-6EC6-4CEC-8D40-C5B9A33956ED}" type="pres">
      <dgm:prSet presAssocID="{936B921A-366B-466A-B067-51B3F219106E}" presName="composite" presStyleCnt="0"/>
      <dgm:spPr/>
    </dgm:pt>
    <dgm:pt modelId="{7F1E8D3C-9E1B-477B-9814-965126F02865}" type="pres">
      <dgm:prSet presAssocID="{936B921A-366B-466A-B067-51B3F219106E}" presName="LShape" presStyleLbl="alignNode1" presStyleIdx="4" presStyleCnt="7"/>
      <dgm:spPr/>
    </dgm:pt>
    <dgm:pt modelId="{C5E08003-EC49-4B1F-A72F-31A9BC2C0014}" type="pres">
      <dgm:prSet presAssocID="{936B921A-366B-466A-B067-51B3F219106E}" presName="Parent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A623EAD0-E42B-4162-95F5-90EE7D1861B1}" type="pres">
      <dgm:prSet presAssocID="{936B921A-366B-466A-B067-51B3F219106E}" presName="Triangle" presStyleLbl="alignNode1" presStyleIdx="5" presStyleCnt="7"/>
      <dgm:spPr/>
    </dgm:pt>
    <dgm:pt modelId="{02A4C7BC-75FE-48D2-A7AC-36A5B7B38C4C}" type="pres">
      <dgm:prSet presAssocID="{417D7810-28AA-49DD-B587-2801D6CA61AB}" presName="sibTrans" presStyleCnt="0"/>
      <dgm:spPr/>
    </dgm:pt>
    <dgm:pt modelId="{C2133C2B-A14C-43A2-B82E-433AED0DB5F2}" type="pres">
      <dgm:prSet presAssocID="{417D7810-28AA-49DD-B587-2801D6CA61AB}" presName="space" presStyleCnt="0"/>
      <dgm:spPr/>
    </dgm:pt>
    <dgm:pt modelId="{A949CA66-87F2-47DE-8279-68919B0085EA}" type="pres">
      <dgm:prSet presAssocID="{AC02DA4A-14B8-436E-B5FE-CDF6371E58B3}" presName="composite" presStyleCnt="0"/>
      <dgm:spPr/>
    </dgm:pt>
    <dgm:pt modelId="{6D2072A9-4509-46EB-AE86-12B8E9F30122}" type="pres">
      <dgm:prSet presAssocID="{AC02DA4A-14B8-436E-B5FE-CDF6371E58B3}" presName="LShape" presStyleLbl="alignNode1" presStyleIdx="6" presStyleCnt="7"/>
      <dgm:spPr/>
    </dgm:pt>
    <dgm:pt modelId="{75856483-57A1-4F7B-8359-9358EBF6F722}" type="pres">
      <dgm:prSet presAssocID="{AC02DA4A-14B8-436E-B5FE-CDF6371E58B3}" presName="Parent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5D6D008-26E6-45C0-9325-72C95618DBBC}" type="presOf" srcId="{6B3301A6-67B4-48C1-BC65-ED692354C18A}" destId="{FF2F1E40-2F78-455A-A9A4-D8A538A778D5}" srcOrd="0" destOrd="0" presId="urn:microsoft.com/office/officeart/2009/3/layout/StepUpProcess"/>
    <dgm:cxn modelId="{B83B9709-7EE7-4553-925D-BBEDCF0EDABA}" srcId="{6B3301A6-67B4-48C1-BC65-ED692354C18A}" destId="{F4FCC8D1-7F1B-4EFE-B4D6-00EC9ED95651}" srcOrd="0" destOrd="0" parTransId="{1B252537-8F36-4B34-94DB-0E1B92D4D911}" sibTransId="{BC80E018-528C-4008-8553-54CFAF6D8293}"/>
    <dgm:cxn modelId="{52EAD620-78BC-44B5-B427-D08F597DB86D}" type="presOf" srcId="{CC13BF08-2CF0-4FB9-94B8-9234807D54A7}" destId="{A4819530-2E9B-49B6-8B11-B634BE11562F}" srcOrd="0" destOrd="0" presId="urn:microsoft.com/office/officeart/2009/3/layout/StepUpProcess"/>
    <dgm:cxn modelId="{6740A723-FC75-4DFC-A3BA-87481926CCA5}" srcId="{D15F24F9-4392-4A7A-BBBD-FD9C014E81A1}" destId="{D2E361EA-2F1A-4548-BED8-62A583016A22}" srcOrd="0" destOrd="0" parTransId="{74764E01-8AA9-461D-9EEF-2EF77764F98A}" sibTransId="{2E4F205F-24EF-4C5D-AF17-8564592F967D}"/>
    <dgm:cxn modelId="{D18AA72B-D085-4573-B724-7B4AC0350122}" srcId="{AC02DA4A-14B8-436E-B5FE-CDF6371E58B3}" destId="{93357E69-8334-4EB9-9F0C-4605CBEEFBE1}" srcOrd="0" destOrd="0" parTransId="{0B552585-E59F-43B2-8004-B263831A1441}" sibTransId="{78D212DA-C778-4735-B10A-A3121A9C7CE4}"/>
    <dgm:cxn modelId="{3BD08F63-0A8C-403A-98FB-DFA81A6AA3E4}" type="presOf" srcId="{E483DF26-84D5-48BF-AB61-4D3CF8D652A0}" destId="{E3F00E0F-93F5-43ED-9411-8A3C869D7A31}" srcOrd="0" destOrd="2" presId="urn:microsoft.com/office/officeart/2009/3/layout/StepUpProcess"/>
    <dgm:cxn modelId="{3DC59071-D71C-4EFD-B3BF-B78FD144C9E8}" srcId="{CC13BF08-2CF0-4FB9-94B8-9234807D54A7}" destId="{AC02DA4A-14B8-436E-B5FE-CDF6371E58B3}" srcOrd="3" destOrd="0" parTransId="{07D95F5F-4D00-458D-9FA0-BF6782343FF4}" sibTransId="{03D23250-4C76-4903-8FB9-89F1030F384A}"/>
    <dgm:cxn modelId="{62AE6472-701E-4B94-BB22-5A754BD4C0BB}" type="presOf" srcId="{F4FCC8D1-7F1B-4EFE-B4D6-00EC9ED95651}" destId="{FF2F1E40-2F78-455A-A9A4-D8A538A778D5}" srcOrd="0" destOrd="1" presId="urn:microsoft.com/office/officeart/2009/3/layout/StepUpProcess"/>
    <dgm:cxn modelId="{16954353-54F5-4F87-9861-BA726B9166C4}" type="presOf" srcId="{AC02DA4A-14B8-436E-B5FE-CDF6371E58B3}" destId="{75856483-57A1-4F7B-8359-9358EBF6F722}" srcOrd="0" destOrd="0" presId="urn:microsoft.com/office/officeart/2009/3/layout/StepUpProcess"/>
    <dgm:cxn modelId="{DEDB2B57-4818-4CB8-BD32-88F410C356A4}" type="presOf" srcId="{93357E69-8334-4EB9-9F0C-4605CBEEFBE1}" destId="{75856483-57A1-4F7B-8359-9358EBF6F722}" srcOrd="0" destOrd="1" presId="urn:microsoft.com/office/officeart/2009/3/layout/StepUpProcess"/>
    <dgm:cxn modelId="{577F5B7D-7BD9-4681-8B00-A961A34235D3}" srcId="{6B3301A6-67B4-48C1-BC65-ED692354C18A}" destId="{BE3DD776-49E1-4253-827C-BCF5398F612F}" srcOrd="1" destOrd="0" parTransId="{56F50677-6451-4B15-B22C-403E2B7CCE4E}" sibTransId="{676A716D-13D0-4481-8780-42C99B5B659D}"/>
    <dgm:cxn modelId="{082A7681-DDB1-4E22-A7C5-6110AEE324B4}" type="presOf" srcId="{D2E361EA-2F1A-4548-BED8-62A583016A22}" destId="{E3F00E0F-93F5-43ED-9411-8A3C869D7A31}" srcOrd="0" destOrd="1" presId="urn:microsoft.com/office/officeart/2009/3/layout/StepUpProcess"/>
    <dgm:cxn modelId="{4AE4F584-D0FE-4DDB-94BD-F2965EE68194}" srcId="{CC13BF08-2CF0-4FB9-94B8-9234807D54A7}" destId="{D15F24F9-4392-4A7A-BBBD-FD9C014E81A1}" srcOrd="0" destOrd="0" parTransId="{76D4454D-9909-4BAB-A94B-979D2F9C2137}" sibTransId="{38357694-2FD3-4AC9-9B05-5D094D4B3612}"/>
    <dgm:cxn modelId="{ACD64799-720F-4BD3-BDF1-380BD14FA7AA}" type="presOf" srcId="{5CC4C5AF-7D83-40C0-813C-9C22DA11E09F}" destId="{C5E08003-EC49-4B1F-A72F-31A9BC2C0014}" srcOrd="0" destOrd="1" presId="urn:microsoft.com/office/officeart/2009/3/layout/StepUpProcess"/>
    <dgm:cxn modelId="{506385B4-AD51-4EFC-A457-D84C99038D43}" type="presOf" srcId="{BE3DD776-49E1-4253-827C-BCF5398F612F}" destId="{FF2F1E40-2F78-455A-A9A4-D8A538A778D5}" srcOrd="0" destOrd="2" presId="urn:microsoft.com/office/officeart/2009/3/layout/StepUpProcess"/>
    <dgm:cxn modelId="{C56EECBD-5675-4D7F-9409-AF9C7C882CBD}" srcId="{CC13BF08-2CF0-4FB9-94B8-9234807D54A7}" destId="{6B3301A6-67B4-48C1-BC65-ED692354C18A}" srcOrd="1" destOrd="0" parTransId="{3CB9E828-618C-41E1-9DF2-47FA6DC6276D}" sibTransId="{5DD9A79B-291F-4C0B-A1AA-021545609A18}"/>
    <dgm:cxn modelId="{40004FC8-903A-4D2E-8C76-0DECAF0100C6}" type="presOf" srcId="{936B921A-366B-466A-B067-51B3F219106E}" destId="{C5E08003-EC49-4B1F-A72F-31A9BC2C0014}" srcOrd="0" destOrd="0" presId="urn:microsoft.com/office/officeart/2009/3/layout/StepUpProcess"/>
    <dgm:cxn modelId="{809AD9CA-7837-40AB-8D8C-0584EADE2ABB}" srcId="{936B921A-366B-466A-B067-51B3F219106E}" destId="{5CC4C5AF-7D83-40C0-813C-9C22DA11E09F}" srcOrd="0" destOrd="0" parTransId="{C49E5B9E-81E6-4392-8C23-E76732EB4312}" sibTransId="{1F3D00CD-30DE-4D59-BB68-EB582D29EE68}"/>
    <dgm:cxn modelId="{CA9E28D4-3D62-4CC3-9B92-C33F25FEB3BC}" srcId="{D15F24F9-4392-4A7A-BBBD-FD9C014E81A1}" destId="{E483DF26-84D5-48BF-AB61-4D3CF8D652A0}" srcOrd="1" destOrd="0" parTransId="{3134A4BB-4ACF-4AA8-A2BC-C1863EF54F26}" sibTransId="{C29601DA-E1F3-428B-ABFE-888FD6231459}"/>
    <dgm:cxn modelId="{6CF09ED7-0B0A-4EBE-B006-47F1E0BCB830}" srcId="{CC13BF08-2CF0-4FB9-94B8-9234807D54A7}" destId="{936B921A-366B-466A-B067-51B3F219106E}" srcOrd="2" destOrd="0" parTransId="{E966C797-90CB-4210-A446-544DD78200B5}" sibTransId="{417D7810-28AA-49DD-B587-2801D6CA61AB}"/>
    <dgm:cxn modelId="{E42646F2-999F-4594-A373-3D220E546D42}" type="presOf" srcId="{D15F24F9-4392-4A7A-BBBD-FD9C014E81A1}" destId="{E3F00E0F-93F5-43ED-9411-8A3C869D7A31}" srcOrd="0" destOrd="0" presId="urn:microsoft.com/office/officeart/2009/3/layout/StepUpProcess"/>
    <dgm:cxn modelId="{067DC8D9-DE97-4B8C-A630-3A86809D764B}" type="presParOf" srcId="{A4819530-2E9B-49B6-8B11-B634BE11562F}" destId="{764B013E-DD94-4390-8D3E-22AC70CA8730}" srcOrd="0" destOrd="0" presId="urn:microsoft.com/office/officeart/2009/3/layout/StepUpProcess"/>
    <dgm:cxn modelId="{0DB413C8-98C5-47A2-9055-612C94B0D78D}" type="presParOf" srcId="{764B013E-DD94-4390-8D3E-22AC70CA8730}" destId="{40F986F3-BC7F-4449-AE24-48AE41ADE2B5}" srcOrd="0" destOrd="0" presId="urn:microsoft.com/office/officeart/2009/3/layout/StepUpProcess"/>
    <dgm:cxn modelId="{8E12F97D-0B3B-48E2-9F89-E007CF281ACD}" type="presParOf" srcId="{764B013E-DD94-4390-8D3E-22AC70CA8730}" destId="{E3F00E0F-93F5-43ED-9411-8A3C869D7A31}" srcOrd="1" destOrd="0" presId="urn:microsoft.com/office/officeart/2009/3/layout/StepUpProcess"/>
    <dgm:cxn modelId="{3F4B4C7E-FC36-47E4-BA39-3D66C107EF46}" type="presParOf" srcId="{764B013E-DD94-4390-8D3E-22AC70CA8730}" destId="{69853DC4-75ED-492C-B838-34D7F30D64D0}" srcOrd="2" destOrd="0" presId="urn:microsoft.com/office/officeart/2009/3/layout/StepUpProcess"/>
    <dgm:cxn modelId="{380C6DFC-4E7E-4C46-B377-D423302A1007}" type="presParOf" srcId="{A4819530-2E9B-49B6-8B11-B634BE11562F}" destId="{1954CBE4-B89C-40CA-AE0A-221AE9E3CABC}" srcOrd="1" destOrd="0" presId="urn:microsoft.com/office/officeart/2009/3/layout/StepUpProcess"/>
    <dgm:cxn modelId="{68468132-0612-49FD-B9A5-5FDB6D2ACB19}" type="presParOf" srcId="{1954CBE4-B89C-40CA-AE0A-221AE9E3CABC}" destId="{1D581A06-711C-46E3-B2AE-8D715DBC1707}" srcOrd="0" destOrd="0" presId="urn:microsoft.com/office/officeart/2009/3/layout/StepUpProcess"/>
    <dgm:cxn modelId="{02669723-D850-442E-A2E0-48981B61E35A}" type="presParOf" srcId="{A4819530-2E9B-49B6-8B11-B634BE11562F}" destId="{6D78BFA7-7160-4514-8D84-2108E0E4310A}" srcOrd="2" destOrd="0" presId="urn:microsoft.com/office/officeart/2009/3/layout/StepUpProcess"/>
    <dgm:cxn modelId="{0552F2A1-DD97-45BB-B502-015B3AADFDCB}" type="presParOf" srcId="{6D78BFA7-7160-4514-8D84-2108E0E4310A}" destId="{F3919AB6-21B7-426F-8FE7-FCF601539F69}" srcOrd="0" destOrd="0" presId="urn:microsoft.com/office/officeart/2009/3/layout/StepUpProcess"/>
    <dgm:cxn modelId="{5B12E10F-E79D-46F0-8B13-EE4FA3A90EA9}" type="presParOf" srcId="{6D78BFA7-7160-4514-8D84-2108E0E4310A}" destId="{FF2F1E40-2F78-455A-A9A4-D8A538A778D5}" srcOrd="1" destOrd="0" presId="urn:microsoft.com/office/officeart/2009/3/layout/StepUpProcess"/>
    <dgm:cxn modelId="{9BB19AE4-220A-467A-90B2-5856844D35CF}" type="presParOf" srcId="{6D78BFA7-7160-4514-8D84-2108E0E4310A}" destId="{E96EEB2D-773F-4B8E-A7F5-00C90A063C1D}" srcOrd="2" destOrd="0" presId="urn:microsoft.com/office/officeart/2009/3/layout/StepUpProcess"/>
    <dgm:cxn modelId="{C82BCA65-7B34-4506-874A-521607EEBF5B}" type="presParOf" srcId="{A4819530-2E9B-49B6-8B11-B634BE11562F}" destId="{91DD438C-8D6E-4801-907E-BD795BA2A1A8}" srcOrd="3" destOrd="0" presId="urn:microsoft.com/office/officeart/2009/3/layout/StepUpProcess"/>
    <dgm:cxn modelId="{DFBA79A8-1EF1-4A47-AB60-BFE6510796CF}" type="presParOf" srcId="{91DD438C-8D6E-4801-907E-BD795BA2A1A8}" destId="{80565710-6E59-42F2-9D9A-1885BD253447}" srcOrd="0" destOrd="0" presId="urn:microsoft.com/office/officeart/2009/3/layout/StepUpProcess"/>
    <dgm:cxn modelId="{66D2871F-1607-420A-AB4B-029DAC48FB4A}" type="presParOf" srcId="{A4819530-2E9B-49B6-8B11-B634BE11562F}" destId="{4FE31B59-6EC6-4CEC-8D40-C5B9A33956ED}" srcOrd="4" destOrd="0" presId="urn:microsoft.com/office/officeart/2009/3/layout/StepUpProcess"/>
    <dgm:cxn modelId="{82D859B3-E8AA-474C-BB18-66E407779B84}" type="presParOf" srcId="{4FE31B59-6EC6-4CEC-8D40-C5B9A33956ED}" destId="{7F1E8D3C-9E1B-477B-9814-965126F02865}" srcOrd="0" destOrd="0" presId="urn:microsoft.com/office/officeart/2009/3/layout/StepUpProcess"/>
    <dgm:cxn modelId="{214C8D4E-97DD-40A8-84F6-55326F113D6B}" type="presParOf" srcId="{4FE31B59-6EC6-4CEC-8D40-C5B9A33956ED}" destId="{C5E08003-EC49-4B1F-A72F-31A9BC2C0014}" srcOrd="1" destOrd="0" presId="urn:microsoft.com/office/officeart/2009/3/layout/StepUpProcess"/>
    <dgm:cxn modelId="{C280C25E-413A-460C-97F7-EC62B1F1439E}" type="presParOf" srcId="{4FE31B59-6EC6-4CEC-8D40-C5B9A33956ED}" destId="{A623EAD0-E42B-4162-95F5-90EE7D1861B1}" srcOrd="2" destOrd="0" presId="urn:microsoft.com/office/officeart/2009/3/layout/StepUpProcess"/>
    <dgm:cxn modelId="{9EE29D64-51AF-4762-9D6B-8D551EC9FEB1}" type="presParOf" srcId="{A4819530-2E9B-49B6-8B11-B634BE11562F}" destId="{02A4C7BC-75FE-48D2-A7AC-36A5B7B38C4C}" srcOrd="5" destOrd="0" presId="urn:microsoft.com/office/officeart/2009/3/layout/StepUpProcess"/>
    <dgm:cxn modelId="{987AE4E2-A9BE-4735-954B-9A5E18543146}" type="presParOf" srcId="{02A4C7BC-75FE-48D2-A7AC-36A5B7B38C4C}" destId="{C2133C2B-A14C-43A2-B82E-433AED0DB5F2}" srcOrd="0" destOrd="0" presId="urn:microsoft.com/office/officeart/2009/3/layout/StepUpProcess"/>
    <dgm:cxn modelId="{98931086-BAEB-4C80-9D18-E97E18C1753A}" type="presParOf" srcId="{A4819530-2E9B-49B6-8B11-B634BE11562F}" destId="{A949CA66-87F2-47DE-8279-68919B0085EA}" srcOrd="6" destOrd="0" presId="urn:microsoft.com/office/officeart/2009/3/layout/StepUpProcess"/>
    <dgm:cxn modelId="{505B9AE2-76B5-42F9-8676-D0BD457C2293}" type="presParOf" srcId="{A949CA66-87F2-47DE-8279-68919B0085EA}" destId="{6D2072A9-4509-46EB-AE86-12B8E9F30122}" srcOrd="0" destOrd="0" presId="urn:microsoft.com/office/officeart/2009/3/layout/StepUpProcess"/>
    <dgm:cxn modelId="{09A98FD0-2043-4C6A-8942-9F0DED6B9509}" type="presParOf" srcId="{A949CA66-87F2-47DE-8279-68919B0085EA}" destId="{75856483-57A1-4F7B-8359-9358EBF6F722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BED3E8-3A7B-48CA-8D6C-019CD2111EB0}">
      <dsp:nvSpPr>
        <dsp:cNvPr id="0" name=""/>
        <dsp:cNvSpPr/>
      </dsp:nvSpPr>
      <dsp:spPr>
        <a:xfrm>
          <a:off x="6084" y="0"/>
          <a:ext cx="2135137" cy="4461405"/>
        </a:xfrm>
        <a:prstGeom prst="roundRect">
          <a:avLst>
            <a:gd name="adj" fmla="val 10000"/>
          </a:avLst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1"/>
              </a:solidFill>
            </a:rPr>
            <a:t>1 Layer + Adam</a:t>
          </a:r>
        </a:p>
      </dsp:txBody>
      <dsp:txXfrm>
        <a:off x="6084" y="0"/>
        <a:ext cx="2135137" cy="1338421"/>
      </dsp:txXfrm>
    </dsp:sp>
    <dsp:sp modelId="{1033017A-836C-4F7F-A0D7-7696ABDBD658}">
      <dsp:nvSpPr>
        <dsp:cNvPr id="0" name=""/>
        <dsp:cNvSpPr/>
      </dsp:nvSpPr>
      <dsp:spPr>
        <a:xfrm>
          <a:off x="219598" y="1339238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solidFill>
                <a:schemeClr val="tx1"/>
              </a:solidFill>
            </a:rPr>
            <a:t>1 hidden layer: 16 neurons &amp; </a:t>
          </a:r>
          <a:r>
            <a:rPr lang="en-US" sz="1200" b="0" kern="1200" dirty="0" err="1">
              <a:solidFill>
                <a:schemeClr val="tx1"/>
              </a:solidFill>
            </a:rPr>
            <a:t>ReLU</a:t>
          </a:r>
          <a:endParaRPr lang="en-US" sz="1200" b="0" kern="1200" dirty="0">
            <a:solidFill>
              <a:schemeClr val="tx1"/>
            </a:solidFill>
          </a:endParaRPr>
        </a:p>
      </dsp:txBody>
      <dsp:txXfrm>
        <a:off x="228950" y="1348590"/>
        <a:ext cx="1689406" cy="300597"/>
      </dsp:txXfrm>
    </dsp:sp>
    <dsp:sp modelId="{69356F17-4B5E-44AD-8295-24A7585F5919}">
      <dsp:nvSpPr>
        <dsp:cNvPr id="0" name=""/>
        <dsp:cNvSpPr/>
      </dsp:nvSpPr>
      <dsp:spPr>
        <a:xfrm>
          <a:off x="219598" y="1707663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solidFill>
                <a:schemeClr val="tx1"/>
              </a:solidFill>
            </a:rPr>
            <a:t>Dropout rate: 0.1</a:t>
          </a:r>
        </a:p>
      </dsp:txBody>
      <dsp:txXfrm>
        <a:off x="228950" y="1717015"/>
        <a:ext cx="1689406" cy="300597"/>
      </dsp:txXfrm>
    </dsp:sp>
    <dsp:sp modelId="{45215CF1-D0DB-43C0-80C1-E4A79151BD40}">
      <dsp:nvSpPr>
        <dsp:cNvPr id="0" name=""/>
        <dsp:cNvSpPr/>
      </dsp:nvSpPr>
      <dsp:spPr>
        <a:xfrm>
          <a:off x="219598" y="2076089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solidFill>
                <a:schemeClr val="tx1"/>
              </a:solidFill>
            </a:rPr>
            <a:t>Optimizer: Adam LR</a:t>
          </a:r>
        </a:p>
      </dsp:txBody>
      <dsp:txXfrm>
        <a:off x="228950" y="2085441"/>
        <a:ext cx="1689406" cy="300597"/>
      </dsp:txXfrm>
    </dsp:sp>
    <dsp:sp modelId="{B238F4F6-7F06-4836-9D9E-4728CFF100B8}">
      <dsp:nvSpPr>
        <dsp:cNvPr id="0" name=""/>
        <dsp:cNvSpPr/>
      </dsp:nvSpPr>
      <dsp:spPr>
        <a:xfrm>
          <a:off x="219598" y="2444514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solidFill>
                <a:schemeClr val="tx1"/>
              </a:solidFill>
            </a:rPr>
            <a:t>Learning Rate: 0.001</a:t>
          </a:r>
        </a:p>
      </dsp:txBody>
      <dsp:txXfrm>
        <a:off x="228950" y="2453866"/>
        <a:ext cx="1689406" cy="300597"/>
      </dsp:txXfrm>
    </dsp:sp>
    <dsp:sp modelId="{ED1AAD90-458B-4650-8AA4-362A259AC80C}">
      <dsp:nvSpPr>
        <dsp:cNvPr id="0" name=""/>
        <dsp:cNvSpPr/>
      </dsp:nvSpPr>
      <dsp:spPr>
        <a:xfrm>
          <a:off x="219598" y="2812939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solidFill>
                <a:schemeClr val="tx1"/>
              </a:solidFill>
            </a:rPr>
            <a:t>Epochs: 100</a:t>
          </a:r>
        </a:p>
      </dsp:txBody>
      <dsp:txXfrm>
        <a:off x="228950" y="2822291"/>
        <a:ext cx="1689406" cy="300597"/>
      </dsp:txXfrm>
    </dsp:sp>
    <dsp:sp modelId="{128C9686-C9D6-4E18-9E04-9850AA1A1EF4}">
      <dsp:nvSpPr>
        <dsp:cNvPr id="0" name=""/>
        <dsp:cNvSpPr/>
      </dsp:nvSpPr>
      <dsp:spPr>
        <a:xfrm>
          <a:off x="219598" y="3181365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solidFill>
                <a:schemeClr val="tx1"/>
              </a:solidFill>
            </a:rPr>
            <a:t>Batch Size: 32</a:t>
          </a:r>
        </a:p>
      </dsp:txBody>
      <dsp:txXfrm>
        <a:off x="228950" y="3190717"/>
        <a:ext cx="1689406" cy="300597"/>
      </dsp:txXfrm>
    </dsp:sp>
    <dsp:sp modelId="{377FFF0A-A5B1-4D1C-9021-9B9396286C3A}">
      <dsp:nvSpPr>
        <dsp:cNvPr id="0" name=""/>
        <dsp:cNvSpPr/>
      </dsp:nvSpPr>
      <dsp:spPr>
        <a:xfrm>
          <a:off x="219598" y="3549790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solidFill>
                <a:schemeClr val="tx1"/>
              </a:solidFill>
            </a:rPr>
            <a:t>Patience: 10</a:t>
          </a:r>
        </a:p>
      </dsp:txBody>
      <dsp:txXfrm>
        <a:off x="228950" y="3559142"/>
        <a:ext cx="1689406" cy="300597"/>
      </dsp:txXfrm>
    </dsp:sp>
    <dsp:sp modelId="{ACD8F604-C21B-4F85-B6F6-EA030DE93B56}">
      <dsp:nvSpPr>
        <dsp:cNvPr id="0" name=""/>
        <dsp:cNvSpPr/>
      </dsp:nvSpPr>
      <dsp:spPr>
        <a:xfrm>
          <a:off x="219598" y="3918215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solidFill>
                <a:schemeClr val="tx1"/>
              </a:solidFill>
            </a:rPr>
            <a:t>Sigmoid in output</a:t>
          </a:r>
        </a:p>
      </dsp:txBody>
      <dsp:txXfrm>
        <a:off x="228950" y="3927567"/>
        <a:ext cx="1689406" cy="300597"/>
      </dsp:txXfrm>
    </dsp:sp>
    <dsp:sp modelId="{7D3166F7-DFA2-4999-B3FB-6DB6946FE075}">
      <dsp:nvSpPr>
        <dsp:cNvPr id="0" name=""/>
        <dsp:cNvSpPr/>
      </dsp:nvSpPr>
      <dsp:spPr>
        <a:xfrm>
          <a:off x="2301357" y="0"/>
          <a:ext cx="2135137" cy="4461405"/>
        </a:xfrm>
        <a:prstGeom prst="roundRect">
          <a:avLst>
            <a:gd name="adj" fmla="val 10000"/>
          </a:avLst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1"/>
              </a:solidFill>
            </a:rPr>
            <a:t>2 Layers + Adam</a:t>
          </a:r>
        </a:p>
      </dsp:txBody>
      <dsp:txXfrm>
        <a:off x="2301357" y="0"/>
        <a:ext cx="2135137" cy="1338421"/>
      </dsp:txXfrm>
    </dsp:sp>
    <dsp:sp modelId="{BD8CB8E7-A3BC-4403-831B-43CDCFC388FD}">
      <dsp:nvSpPr>
        <dsp:cNvPr id="0" name=""/>
        <dsp:cNvSpPr/>
      </dsp:nvSpPr>
      <dsp:spPr>
        <a:xfrm>
          <a:off x="2514871" y="1339238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2 hidden layer: 64/32 neurons </a:t>
          </a:r>
          <a:r>
            <a:rPr lang="en-US" sz="1200" b="0" kern="1200" dirty="0">
              <a:solidFill>
                <a:schemeClr val="tx1"/>
              </a:solidFill>
            </a:rPr>
            <a:t>&amp; </a:t>
          </a:r>
          <a:r>
            <a:rPr lang="en-US" sz="1200" b="0" kern="1200" dirty="0" err="1">
              <a:solidFill>
                <a:schemeClr val="tx1"/>
              </a:solidFill>
            </a:rPr>
            <a:t>ReLU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2524223" y="1348590"/>
        <a:ext cx="1689406" cy="300597"/>
      </dsp:txXfrm>
    </dsp:sp>
    <dsp:sp modelId="{14215DA6-0B16-4622-A03D-56123DFE30F8}">
      <dsp:nvSpPr>
        <dsp:cNvPr id="0" name=""/>
        <dsp:cNvSpPr/>
      </dsp:nvSpPr>
      <dsp:spPr>
        <a:xfrm>
          <a:off x="2514871" y="1707663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Dropout rate: 0.2</a:t>
          </a:r>
        </a:p>
      </dsp:txBody>
      <dsp:txXfrm>
        <a:off x="2524223" y="1717015"/>
        <a:ext cx="1689406" cy="300597"/>
      </dsp:txXfrm>
    </dsp:sp>
    <dsp:sp modelId="{E46EBE9C-34D5-4664-81A8-16391D7FA9CD}">
      <dsp:nvSpPr>
        <dsp:cNvPr id="0" name=""/>
        <dsp:cNvSpPr/>
      </dsp:nvSpPr>
      <dsp:spPr>
        <a:xfrm>
          <a:off x="2514871" y="2076089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Optimizer: Adam</a:t>
          </a:r>
        </a:p>
      </dsp:txBody>
      <dsp:txXfrm>
        <a:off x="2524223" y="2085441"/>
        <a:ext cx="1689406" cy="300597"/>
      </dsp:txXfrm>
    </dsp:sp>
    <dsp:sp modelId="{A0C0A948-AF9E-45A8-83B1-F94A1C2BDACB}">
      <dsp:nvSpPr>
        <dsp:cNvPr id="0" name=""/>
        <dsp:cNvSpPr/>
      </dsp:nvSpPr>
      <dsp:spPr>
        <a:xfrm>
          <a:off x="2514871" y="2444514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Learning Rate: 0.001</a:t>
          </a:r>
        </a:p>
      </dsp:txBody>
      <dsp:txXfrm>
        <a:off x="2524223" y="2453866"/>
        <a:ext cx="1689406" cy="300597"/>
      </dsp:txXfrm>
    </dsp:sp>
    <dsp:sp modelId="{47DE30D3-6C38-4E95-B397-282445BB1141}">
      <dsp:nvSpPr>
        <dsp:cNvPr id="0" name=""/>
        <dsp:cNvSpPr/>
      </dsp:nvSpPr>
      <dsp:spPr>
        <a:xfrm>
          <a:off x="2514871" y="2812939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Epochs: 100</a:t>
          </a:r>
        </a:p>
      </dsp:txBody>
      <dsp:txXfrm>
        <a:off x="2524223" y="2822291"/>
        <a:ext cx="1689406" cy="300597"/>
      </dsp:txXfrm>
    </dsp:sp>
    <dsp:sp modelId="{D87BEBCA-A5EA-442A-B1D4-C3027B4C933D}">
      <dsp:nvSpPr>
        <dsp:cNvPr id="0" name=""/>
        <dsp:cNvSpPr/>
      </dsp:nvSpPr>
      <dsp:spPr>
        <a:xfrm>
          <a:off x="2514871" y="3181365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Batch Size: 32</a:t>
          </a:r>
        </a:p>
      </dsp:txBody>
      <dsp:txXfrm>
        <a:off x="2524223" y="3190717"/>
        <a:ext cx="1689406" cy="300597"/>
      </dsp:txXfrm>
    </dsp:sp>
    <dsp:sp modelId="{3A0D8C3A-BF9F-4613-A137-779AF04AF45D}">
      <dsp:nvSpPr>
        <dsp:cNvPr id="0" name=""/>
        <dsp:cNvSpPr/>
      </dsp:nvSpPr>
      <dsp:spPr>
        <a:xfrm>
          <a:off x="2514871" y="3549790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Patience: 10</a:t>
          </a:r>
        </a:p>
      </dsp:txBody>
      <dsp:txXfrm>
        <a:off x="2524223" y="3559142"/>
        <a:ext cx="1689406" cy="300597"/>
      </dsp:txXfrm>
    </dsp:sp>
    <dsp:sp modelId="{DCEA3190-64DD-431E-9B60-E47E7CFFE3A6}">
      <dsp:nvSpPr>
        <dsp:cNvPr id="0" name=""/>
        <dsp:cNvSpPr/>
      </dsp:nvSpPr>
      <dsp:spPr>
        <a:xfrm>
          <a:off x="2514871" y="3918215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solidFill>
                <a:schemeClr val="tx1"/>
              </a:solidFill>
            </a:rPr>
            <a:t>Sigmoid in output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2524223" y="3927567"/>
        <a:ext cx="1689406" cy="300597"/>
      </dsp:txXfrm>
    </dsp:sp>
    <dsp:sp modelId="{1B74B0A6-F3FE-4491-B75F-CE46319FEC5F}">
      <dsp:nvSpPr>
        <dsp:cNvPr id="0" name=""/>
        <dsp:cNvSpPr/>
      </dsp:nvSpPr>
      <dsp:spPr>
        <a:xfrm>
          <a:off x="4596631" y="0"/>
          <a:ext cx="2135137" cy="4461405"/>
        </a:xfrm>
        <a:prstGeom prst="roundRect">
          <a:avLst>
            <a:gd name="adj" fmla="val 1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1"/>
              </a:solidFill>
            </a:rPr>
            <a:t>3 Layers + Adam</a:t>
          </a:r>
        </a:p>
      </dsp:txBody>
      <dsp:txXfrm>
        <a:off x="4596631" y="0"/>
        <a:ext cx="2135137" cy="1338421"/>
      </dsp:txXfrm>
    </dsp:sp>
    <dsp:sp modelId="{233B2A96-91DD-4A32-AF26-9C1977AA5E47}">
      <dsp:nvSpPr>
        <dsp:cNvPr id="0" name=""/>
        <dsp:cNvSpPr/>
      </dsp:nvSpPr>
      <dsp:spPr>
        <a:xfrm>
          <a:off x="4810144" y="1339238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/>
              </a:solidFill>
            </a:rPr>
            <a:t>3 hidden layers: 128/64/32 neurons </a:t>
          </a:r>
          <a:r>
            <a:rPr lang="en-US" sz="1100" b="0" kern="1200" dirty="0">
              <a:solidFill>
                <a:schemeClr val="tx1"/>
              </a:solidFill>
            </a:rPr>
            <a:t>&amp; </a:t>
          </a:r>
          <a:r>
            <a:rPr lang="en-US" sz="1100" b="0" kern="1200" dirty="0" err="1">
              <a:solidFill>
                <a:schemeClr val="tx1"/>
              </a:solidFill>
            </a:rPr>
            <a:t>ReLU</a:t>
          </a:r>
          <a:endParaRPr lang="en-US" sz="1100" kern="1200" dirty="0">
            <a:solidFill>
              <a:schemeClr val="tx1"/>
            </a:solidFill>
          </a:endParaRPr>
        </a:p>
      </dsp:txBody>
      <dsp:txXfrm>
        <a:off x="4819496" y="1348590"/>
        <a:ext cx="1689406" cy="300597"/>
      </dsp:txXfrm>
    </dsp:sp>
    <dsp:sp modelId="{88EF110A-0750-4C43-943B-06B67F569B1D}">
      <dsp:nvSpPr>
        <dsp:cNvPr id="0" name=""/>
        <dsp:cNvSpPr/>
      </dsp:nvSpPr>
      <dsp:spPr>
        <a:xfrm>
          <a:off x="4810144" y="1707663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Dropout rate: 0.3</a:t>
          </a:r>
        </a:p>
      </dsp:txBody>
      <dsp:txXfrm>
        <a:off x="4819496" y="1717015"/>
        <a:ext cx="1689406" cy="300597"/>
      </dsp:txXfrm>
    </dsp:sp>
    <dsp:sp modelId="{215203C5-F3F4-449D-B7E9-C5A75209CB35}">
      <dsp:nvSpPr>
        <dsp:cNvPr id="0" name=""/>
        <dsp:cNvSpPr/>
      </dsp:nvSpPr>
      <dsp:spPr>
        <a:xfrm>
          <a:off x="4810144" y="2076089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Optimizer: Adam</a:t>
          </a:r>
        </a:p>
      </dsp:txBody>
      <dsp:txXfrm>
        <a:off x="4819496" y="2085441"/>
        <a:ext cx="1689406" cy="300597"/>
      </dsp:txXfrm>
    </dsp:sp>
    <dsp:sp modelId="{0AE4CB49-9E32-4241-AA1C-4649BE68326C}">
      <dsp:nvSpPr>
        <dsp:cNvPr id="0" name=""/>
        <dsp:cNvSpPr/>
      </dsp:nvSpPr>
      <dsp:spPr>
        <a:xfrm>
          <a:off x="4810144" y="2444514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Learning Rate: 0.005</a:t>
          </a:r>
        </a:p>
      </dsp:txBody>
      <dsp:txXfrm>
        <a:off x="4819496" y="2453866"/>
        <a:ext cx="1689406" cy="300597"/>
      </dsp:txXfrm>
    </dsp:sp>
    <dsp:sp modelId="{7C8C7E45-C806-4D74-A2AC-B8B3BAC1A4DF}">
      <dsp:nvSpPr>
        <dsp:cNvPr id="0" name=""/>
        <dsp:cNvSpPr/>
      </dsp:nvSpPr>
      <dsp:spPr>
        <a:xfrm>
          <a:off x="4810144" y="2812939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Epochs: 100</a:t>
          </a:r>
        </a:p>
      </dsp:txBody>
      <dsp:txXfrm>
        <a:off x="4819496" y="2822291"/>
        <a:ext cx="1689406" cy="300597"/>
      </dsp:txXfrm>
    </dsp:sp>
    <dsp:sp modelId="{CCED6FE4-0D59-4B1E-9597-A0D42DA39B05}">
      <dsp:nvSpPr>
        <dsp:cNvPr id="0" name=""/>
        <dsp:cNvSpPr/>
      </dsp:nvSpPr>
      <dsp:spPr>
        <a:xfrm>
          <a:off x="4810144" y="3181365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Batch Size: 64</a:t>
          </a:r>
        </a:p>
      </dsp:txBody>
      <dsp:txXfrm>
        <a:off x="4819496" y="3190717"/>
        <a:ext cx="1689406" cy="300597"/>
      </dsp:txXfrm>
    </dsp:sp>
    <dsp:sp modelId="{8842800A-395C-421A-8E64-A8EA465F2530}">
      <dsp:nvSpPr>
        <dsp:cNvPr id="0" name=""/>
        <dsp:cNvSpPr/>
      </dsp:nvSpPr>
      <dsp:spPr>
        <a:xfrm>
          <a:off x="4810144" y="3549790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Patience: 15</a:t>
          </a:r>
        </a:p>
      </dsp:txBody>
      <dsp:txXfrm>
        <a:off x="4819496" y="3559142"/>
        <a:ext cx="1689406" cy="300597"/>
      </dsp:txXfrm>
    </dsp:sp>
    <dsp:sp modelId="{A590969D-E146-4018-9502-3C2A0B1A2681}">
      <dsp:nvSpPr>
        <dsp:cNvPr id="0" name=""/>
        <dsp:cNvSpPr/>
      </dsp:nvSpPr>
      <dsp:spPr>
        <a:xfrm>
          <a:off x="4810144" y="3918215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solidFill>
                <a:schemeClr val="tx1"/>
              </a:solidFill>
            </a:rPr>
            <a:t>Sigmoid in output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4819496" y="3927567"/>
        <a:ext cx="1689406" cy="300597"/>
      </dsp:txXfrm>
    </dsp:sp>
    <dsp:sp modelId="{2B900852-982B-4E6F-9C8D-5CA1828D0E0A}">
      <dsp:nvSpPr>
        <dsp:cNvPr id="0" name=""/>
        <dsp:cNvSpPr/>
      </dsp:nvSpPr>
      <dsp:spPr>
        <a:xfrm>
          <a:off x="6891904" y="0"/>
          <a:ext cx="2135137" cy="4461405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1"/>
              </a:solidFill>
            </a:rPr>
            <a:t>2 Layers + SGD</a:t>
          </a:r>
        </a:p>
      </dsp:txBody>
      <dsp:txXfrm>
        <a:off x="6891904" y="0"/>
        <a:ext cx="2135137" cy="1338421"/>
      </dsp:txXfrm>
    </dsp:sp>
    <dsp:sp modelId="{7E48253A-8FE2-4C9C-97A7-E487B701242F}">
      <dsp:nvSpPr>
        <dsp:cNvPr id="0" name=""/>
        <dsp:cNvSpPr/>
      </dsp:nvSpPr>
      <dsp:spPr>
        <a:xfrm>
          <a:off x="7105418" y="1339238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2 hidden layers: 64/32 neurons </a:t>
          </a:r>
          <a:r>
            <a:rPr lang="en-US" sz="1200" b="0" kern="1200" dirty="0">
              <a:solidFill>
                <a:schemeClr val="tx1"/>
              </a:solidFill>
            </a:rPr>
            <a:t>&amp; </a:t>
          </a:r>
          <a:r>
            <a:rPr lang="en-US" sz="1200" b="0" kern="1200" dirty="0" err="1">
              <a:solidFill>
                <a:schemeClr val="tx1"/>
              </a:solidFill>
            </a:rPr>
            <a:t>ReLU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7114770" y="1348590"/>
        <a:ext cx="1689406" cy="300597"/>
      </dsp:txXfrm>
    </dsp:sp>
    <dsp:sp modelId="{26412E3C-D68F-438C-8F5B-BA05A0BE1C39}">
      <dsp:nvSpPr>
        <dsp:cNvPr id="0" name=""/>
        <dsp:cNvSpPr/>
      </dsp:nvSpPr>
      <dsp:spPr>
        <a:xfrm>
          <a:off x="7105418" y="1707663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Dropout rate: 0.2</a:t>
          </a:r>
        </a:p>
      </dsp:txBody>
      <dsp:txXfrm>
        <a:off x="7114770" y="1717015"/>
        <a:ext cx="1689406" cy="300597"/>
      </dsp:txXfrm>
    </dsp:sp>
    <dsp:sp modelId="{210CED6C-2ED8-43EB-9D1D-E110E9653D78}">
      <dsp:nvSpPr>
        <dsp:cNvPr id="0" name=""/>
        <dsp:cNvSpPr/>
      </dsp:nvSpPr>
      <dsp:spPr>
        <a:xfrm>
          <a:off x="7105418" y="2076089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Optimizer: SGD</a:t>
          </a:r>
        </a:p>
      </dsp:txBody>
      <dsp:txXfrm>
        <a:off x="7114770" y="2085441"/>
        <a:ext cx="1689406" cy="300597"/>
      </dsp:txXfrm>
    </dsp:sp>
    <dsp:sp modelId="{35A831BD-382D-4B06-9F42-A2FF2EFAAA0B}">
      <dsp:nvSpPr>
        <dsp:cNvPr id="0" name=""/>
        <dsp:cNvSpPr/>
      </dsp:nvSpPr>
      <dsp:spPr>
        <a:xfrm>
          <a:off x="7105418" y="2444514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Learning Rate: 0.01</a:t>
          </a:r>
        </a:p>
      </dsp:txBody>
      <dsp:txXfrm>
        <a:off x="7114770" y="2453866"/>
        <a:ext cx="1689406" cy="300597"/>
      </dsp:txXfrm>
    </dsp:sp>
    <dsp:sp modelId="{353A962C-972A-4798-BDDD-2727F56690CF}">
      <dsp:nvSpPr>
        <dsp:cNvPr id="0" name=""/>
        <dsp:cNvSpPr/>
      </dsp:nvSpPr>
      <dsp:spPr>
        <a:xfrm>
          <a:off x="7105418" y="2812939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Epochs: 100</a:t>
          </a:r>
        </a:p>
      </dsp:txBody>
      <dsp:txXfrm>
        <a:off x="7114770" y="2822291"/>
        <a:ext cx="1689406" cy="300597"/>
      </dsp:txXfrm>
    </dsp:sp>
    <dsp:sp modelId="{FFB99DC8-5C01-44CD-9FA1-C090110D39CC}">
      <dsp:nvSpPr>
        <dsp:cNvPr id="0" name=""/>
        <dsp:cNvSpPr/>
      </dsp:nvSpPr>
      <dsp:spPr>
        <a:xfrm>
          <a:off x="7105418" y="3181365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Batch Size: 32</a:t>
          </a:r>
        </a:p>
      </dsp:txBody>
      <dsp:txXfrm>
        <a:off x="7114770" y="3190717"/>
        <a:ext cx="1689406" cy="300597"/>
      </dsp:txXfrm>
    </dsp:sp>
    <dsp:sp modelId="{64DDC701-5AB7-4529-92C2-65FE2A80049E}">
      <dsp:nvSpPr>
        <dsp:cNvPr id="0" name=""/>
        <dsp:cNvSpPr/>
      </dsp:nvSpPr>
      <dsp:spPr>
        <a:xfrm>
          <a:off x="7105418" y="3549790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Patience: 10</a:t>
          </a:r>
        </a:p>
      </dsp:txBody>
      <dsp:txXfrm>
        <a:off x="7114770" y="3559142"/>
        <a:ext cx="1689406" cy="300597"/>
      </dsp:txXfrm>
    </dsp:sp>
    <dsp:sp modelId="{6BA22EA9-433E-497C-BE37-023DAB934C5D}">
      <dsp:nvSpPr>
        <dsp:cNvPr id="0" name=""/>
        <dsp:cNvSpPr/>
      </dsp:nvSpPr>
      <dsp:spPr>
        <a:xfrm>
          <a:off x="7105418" y="3918215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solidFill>
                <a:schemeClr val="tx1"/>
              </a:solidFill>
            </a:rPr>
            <a:t>Sigmoid in output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7114770" y="3927567"/>
        <a:ext cx="1689406" cy="300597"/>
      </dsp:txXfrm>
    </dsp:sp>
    <dsp:sp modelId="{09C33052-BF06-4E2B-BF8E-1E8A0E6EBEDD}">
      <dsp:nvSpPr>
        <dsp:cNvPr id="0" name=""/>
        <dsp:cNvSpPr/>
      </dsp:nvSpPr>
      <dsp:spPr>
        <a:xfrm>
          <a:off x="9187177" y="0"/>
          <a:ext cx="2135137" cy="4461405"/>
        </a:xfrm>
        <a:prstGeom prst="roundRect">
          <a:avLst>
            <a:gd name="adj" fmla="val 1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1"/>
              </a:solidFill>
            </a:rPr>
            <a:t>2 Layers + Adam Lower Dropout</a:t>
          </a:r>
        </a:p>
      </dsp:txBody>
      <dsp:txXfrm>
        <a:off x="9187177" y="0"/>
        <a:ext cx="2135137" cy="1338421"/>
      </dsp:txXfrm>
    </dsp:sp>
    <dsp:sp modelId="{D272568A-9A39-47BB-804E-299F1E526B21}">
      <dsp:nvSpPr>
        <dsp:cNvPr id="0" name=""/>
        <dsp:cNvSpPr/>
      </dsp:nvSpPr>
      <dsp:spPr>
        <a:xfrm>
          <a:off x="9400691" y="1339238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2 hidden layers: 64/32 neurons </a:t>
          </a:r>
          <a:r>
            <a:rPr lang="en-US" sz="1200" b="0" kern="1200" dirty="0">
              <a:solidFill>
                <a:schemeClr val="tx1"/>
              </a:solidFill>
            </a:rPr>
            <a:t>&amp; </a:t>
          </a:r>
          <a:r>
            <a:rPr lang="en-US" sz="1200" b="0" kern="1200" dirty="0" err="1">
              <a:solidFill>
                <a:schemeClr val="tx1"/>
              </a:solidFill>
            </a:rPr>
            <a:t>ReLU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9410043" y="1348590"/>
        <a:ext cx="1689406" cy="300597"/>
      </dsp:txXfrm>
    </dsp:sp>
    <dsp:sp modelId="{46D2D476-0F97-431F-AA6E-AC4A99EA00EE}">
      <dsp:nvSpPr>
        <dsp:cNvPr id="0" name=""/>
        <dsp:cNvSpPr/>
      </dsp:nvSpPr>
      <dsp:spPr>
        <a:xfrm>
          <a:off x="9400691" y="1707663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Dropout rate: 0.1</a:t>
          </a:r>
        </a:p>
      </dsp:txBody>
      <dsp:txXfrm>
        <a:off x="9410043" y="1717015"/>
        <a:ext cx="1689406" cy="300597"/>
      </dsp:txXfrm>
    </dsp:sp>
    <dsp:sp modelId="{0738F250-0DE8-42BF-A8DD-216BC41656D7}">
      <dsp:nvSpPr>
        <dsp:cNvPr id="0" name=""/>
        <dsp:cNvSpPr/>
      </dsp:nvSpPr>
      <dsp:spPr>
        <a:xfrm>
          <a:off x="9400691" y="2076089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Optimizer: Adam</a:t>
          </a:r>
        </a:p>
      </dsp:txBody>
      <dsp:txXfrm>
        <a:off x="9410043" y="2085441"/>
        <a:ext cx="1689406" cy="300597"/>
      </dsp:txXfrm>
    </dsp:sp>
    <dsp:sp modelId="{C74C5F0A-FB4D-4288-BD66-76EBB174A138}">
      <dsp:nvSpPr>
        <dsp:cNvPr id="0" name=""/>
        <dsp:cNvSpPr/>
      </dsp:nvSpPr>
      <dsp:spPr>
        <a:xfrm>
          <a:off x="9400691" y="2444514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Learning Rate: 0.001</a:t>
          </a:r>
        </a:p>
      </dsp:txBody>
      <dsp:txXfrm>
        <a:off x="9410043" y="2453866"/>
        <a:ext cx="1689406" cy="300597"/>
      </dsp:txXfrm>
    </dsp:sp>
    <dsp:sp modelId="{C75BBB5D-D9DA-4ADA-9A1F-28CE7E7EA4B9}">
      <dsp:nvSpPr>
        <dsp:cNvPr id="0" name=""/>
        <dsp:cNvSpPr/>
      </dsp:nvSpPr>
      <dsp:spPr>
        <a:xfrm>
          <a:off x="9400691" y="2812939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Epochs: 100</a:t>
          </a:r>
        </a:p>
      </dsp:txBody>
      <dsp:txXfrm>
        <a:off x="9410043" y="2822291"/>
        <a:ext cx="1689406" cy="300597"/>
      </dsp:txXfrm>
    </dsp:sp>
    <dsp:sp modelId="{D7F74FB0-3DBA-433F-BF65-97633AAD7C81}">
      <dsp:nvSpPr>
        <dsp:cNvPr id="0" name=""/>
        <dsp:cNvSpPr/>
      </dsp:nvSpPr>
      <dsp:spPr>
        <a:xfrm>
          <a:off x="9400691" y="3181365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Batch Size: 32</a:t>
          </a:r>
        </a:p>
      </dsp:txBody>
      <dsp:txXfrm>
        <a:off x="9410043" y="3190717"/>
        <a:ext cx="1689406" cy="300597"/>
      </dsp:txXfrm>
    </dsp:sp>
    <dsp:sp modelId="{C1CAF501-2CF4-4321-B2B3-34BB2DCE34CA}">
      <dsp:nvSpPr>
        <dsp:cNvPr id="0" name=""/>
        <dsp:cNvSpPr/>
      </dsp:nvSpPr>
      <dsp:spPr>
        <a:xfrm>
          <a:off x="9400691" y="3549790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Patience: 10</a:t>
          </a:r>
        </a:p>
      </dsp:txBody>
      <dsp:txXfrm>
        <a:off x="9410043" y="3559142"/>
        <a:ext cx="1689406" cy="300597"/>
      </dsp:txXfrm>
    </dsp:sp>
    <dsp:sp modelId="{9FB4B628-493C-4A82-B79C-F79F5D25AEEE}">
      <dsp:nvSpPr>
        <dsp:cNvPr id="0" name=""/>
        <dsp:cNvSpPr/>
      </dsp:nvSpPr>
      <dsp:spPr>
        <a:xfrm>
          <a:off x="9400691" y="3918215"/>
          <a:ext cx="1708110" cy="319301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solidFill>
                <a:schemeClr val="tx1"/>
              </a:solidFill>
            </a:rPr>
            <a:t>Sigmoid in output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9410043" y="3927567"/>
        <a:ext cx="1689406" cy="3005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F986F3-BC7F-4449-AE24-48AE41ADE2B5}">
      <dsp:nvSpPr>
        <dsp:cNvPr id="0" name=""/>
        <dsp:cNvSpPr/>
      </dsp:nvSpPr>
      <dsp:spPr>
        <a:xfrm rot="5400000">
          <a:off x="486347" y="1540845"/>
          <a:ext cx="1463530" cy="2435281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F00E0F-93F5-43ED-9411-8A3C869D7A31}">
      <dsp:nvSpPr>
        <dsp:cNvPr id="0" name=""/>
        <dsp:cNvSpPr/>
      </dsp:nvSpPr>
      <dsp:spPr>
        <a:xfrm>
          <a:off x="242047" y="2268469"/>
          <a:ext cx="2198585" cy="1927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Recall ↑ or Precision ↓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/>
            <a:t>Trade-off </a:t>
          </a:r>
          <a:r>
            <a:rPr lang="en-US" sz="1500" kern="1200" dirty="0"/>
            <a:t>matters in medical risk.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False negatives are more dangerous than false positives.</a:t>
          </a:r>
        </a:p>
      </dsp:txBody>
      <dsp:txXfrm>
        <a:off x="242047" y="2268469"/>
        <a:ext cx="2198585" cy="1927189"/>
      </dsp:txXfrm>
    </dsp:sp>
    <dsp:sp modelId="{69853DC4-75ED-492C-B838-34D7F30D64D0}">
      <dsp:nvSpPr>
        <dsp:cNvPr id="0" name=""/>
        <dsp:cNvSpPr/>
      </dsp:nvSpPr>
      <dsp:spPr>
        <a:xfrm>
          <a:off x="2025805" y="1361557"/>
          <a:ext cx="414827" cy="414827"/>
        </a:xfrm>
        <a:prstGeom prst="triangle">
          <a:avLst>
            <a:gd name="adj" fmla="val 100000"/>
          </a:avLst>
        </a:prstGeom>
        <a:solidFill>
          <a:schemeClr val="accent5">
            <a:hueOff val="-2025358"/>
            <a:satOff val="-138"/>
            <a:lumOff val="327"/>
            <a:alphaOff val="0"/>
          </a:schemeClr>
        </a:solidFill>
        <a:ln w="19050" cap="flat" cmpd="sng" algn="ctr">
          <a:solidFill>
            <a:schemeClr val="accent5">
              <a:hueOff val="-2025358"/>
              <a:satOff val="-138"/>
              <a:lumOff val="3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919AB6-21B7-426F-8FE7-FCF601539F69}">
      <dsp:nvSpPr>
        <dsp:cNvPr id="0" name=""/>
        <dsp:cNvSpPr/>
      </dsp:nvSpPr>
      <dsp:spPr>
        <a:xfrm rot="5400000">
          <a:off x="3177845" y="874831"/>
          <a:ext cx="1463530" cy="2435281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2F1E40-2F78-455A-A9A4-D8A538A778D5}">
      <dsp:nvSpPr>
        <dsp:cNvPr id="0" name=""/>
        <dsp:cNvSpPr/>
      </dsp:nvSpPr>
      <dsp:spPr>
        <a:xfrm>
          <a:off x="2933546" y="1602455"/>
          <a:ext cx="2198585" cy="1927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Tried multiple models for balance &amp; interpretability.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Different hyperparameters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Computational time</a:t>
          </a:r>
        </a:p>
      </dsp:txBody>
      <dsp:txXfrm>
        <a:off x="2933546" y="1602455"/>
        <a:ext cx="2198585" cy="1927189"/>
      </dsp:txXfrm>
    </dsp:sp>
    <dsp:sp modelId="{E96EEB2D-773F-4B8E-A7F5-00C90A063C1D}">
      <dsp:nvSpPr>
        <dsp:cNvPr id="0" name=""/>
        <dsp:cNvSpPr/>
      </dsp:nvSpPr>
      <dsp:spPr>
        <a:xfrm>
          <a:off x="4717304" y="695543"/>
          <a:ext cx="414827" cy="414827"/>
        </a:xfrm>
        <a:prstGeom prst="triangle">
          <a:avLst>
            <a:gd name="adj" fmla="val 10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E8D3C-9E1B-477B-9814-965126F02865}">
      <dsp:nvSpPr>
        <dsp:cNvPr id="0" name=""/>
        <dsp:cNvSpPr/>
      </dsp:nvSpPr>
      <dsp:spPr>
        <a:xfrm rot="5400000">
          <a:off x="5869343" y="208817"/>
          <a:ext cx="1463530" cy="2435281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E08003-EC49-4B1F-A72F-31A9BC2C0014}">
      <dsp:nvSpPr>
        <dsp:cNvPr id="0" name=""/>
        <dsp:cNvSpPr/>
      </dsp:nvSpPr>
      <dsp:spPr>
        <a:xfrm>
          <a:off x="5625044" y="936441"/>
          <a:ext cx="2198585" cy="1927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Used F1, AUC, PR curves to evaluate beyond accuracy.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Tuned thresholds to prioritize clinical relevance.</a:t>
          </a:r>
        </a:p>
      </dsp:txBody>
      <dsp:txXfrm>
        <a:off x="5625044" y="936441"/>
        <a:ext cx="2198585" cy="1927189"/>
      </dsp:txXfrm>
    </dsp:sp>
    <dsp:sp modelId="{A623EAD0-E42B-4162-95F5-90EE7D1861B1}">
      <dsp:nvSpPr>
        <dsp:cNvPr id="0" name=""/>
        <dsp:cNvSpPr/>
      </dsp:nvSpPr>
      <dsp:spPr>
        <a:xfrm>
          <a:off x="7408802" y="29529"/>
          <a:ext cx="414827" cy="414827"/>
        </a:xfrm>
        <a:prstGeom prst="triangle">
          <a:avLst>
            <a:gd name="adj" fmla="val 100000"/>
          </a:avLst>
        </a:prstGeom>
        <a:solidFill>
          <a:schemeClr val="accent5">
            <a:hueOff val="-10126791"/>
            <a:satOff val="-688"/>
            <a:lumOff val="1634"/>
            <a:alphaOff val="0"/>
          </a:schemeClr>
        </a:solidFill>
        <a:ln w="19050" cap="flat" cmpd="sng" algn="ctr">
          <a:solidFill>
            <a:schemeClr val="accent5">
              <a:hueOff val="-10126791"/>
              <a:satOff val="-688"/>
              <a:lumOff val="16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2072A9-4509-46EB-AE86-12B8E9F30122}">
      <dsp:nvSpPr>
        <dsp:cNvPr id="0" name=""/>
        <dsp:cNvSpPr/>
      </dsp:nvSpPr>
      <dsp:spPr>
        <a:xfrm rot="5400000">
          <a:off x="8560842" y="-457196"/>
          <a:ext cx="1463530" cy="2435281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856483-57A1-4F7B-8359-9358EBF6F722}">
      <dsp:nvSpPr>
        <dsp:cNvPr id="0" name=""/>
        <dsp:cNvSpPr/>
      </dsp:nvSpPr>
      <dsp:spPr>
        <a:xfrm>
          <a:off x="8316542" y="270427"/>
          <a:ext cx="2198585" cy="1927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Future Considerations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Use </a:t>
          </a:r>
          <a:r>
            <a:rPr lang="en-US" sz="1500" kern="1200" dirty="0"/>
            <a:t>ensemble methods to boost performance.</a:t>
          </a:r>
        </a:p>
      </dsp:txBody>
      <dsp:txXfrm>
        <a:off x="8316542" y="270427"/>
        <a:ext cx="2198585" cy="19271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D6C39-3F43-4605-9F38-E5F537D966FC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EF3FAE-DF7A-4286-90BB-F3E2A4A6B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798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F20C9-BF9E-AC93-683C-FA22C9687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7136B3-11F5-4DED-39E1-EB98D74C6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19F95-50A3-E8DD-4D9D-15A47C9DC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Applied </a:t>
            </a:r>
            <a:r>
              <a:rPr lang="en-US" b="1" dirty="0"/>
              <a:t>Box-Cox transformation</a:t>
            </a:r>
            <a:r>
              <a:rPr lang="en-US" dirty="0"/>
              <a:t> to </a:t>
            </a:r>
            <a:r>
              <a:rPr lang="en-US" dirty="0" err="1"/>
              <a:t>ap_hi</a:t>
            </a:r>
            <a:r>
              <a:rPr lang="en-US" dirty="0"/>
              <a:t> and </a:t>
            </a:r>
            <a:r>
              <a:rPr lang="en-US" dirty="0" err="1"/>
              <a:t>ap_lo</a:t>
            </a:r>
            <a:r>
              <a:rPr lang="en-US" dirty="0"/>
              <a:t> to reduce skewness.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EABD8-C873-104D-D0CC-8E02CD9BE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EF3FAE-DF7A-4286-90BB-F3E2A4A6B62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678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Applied </a:t>
            </a:r>
            <a:r>
              <a:rPr lang="en-US" b="1" dirty="0"/>
              <a:t>Box-Cox transformation</a:t>
            </a:r>
            <a:r>
              <a:rPr lang="en-US" dirty="0"/>
              <a:t> to </a:t>
            </a:r>
            <a:r>
              <a:rPr lang="en-US" dirty="0" err="1"/>
              <a:t>ap_hi</a:t>
            </a:r>
            <a:r>
              <a:rPr lang="en-US" dirty="0"/>
              <a:t> and </a:t>
            </a:r>
            <a:r>
              <a:rPr lang="en-US" dirty="0" err="1"/>
              <a:t>ap_lo</a:t>
            </a:r>
            <a:r>
              <a:rPr lang="en-US" dirty="0"/>
              <a:t> to reduce skewness.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EF3FAE-DF7A-4286-90BB-F3E2A4A6B6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893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EEF43-352F-85DA-6E78-5B8C5740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09B12AE-0D20-F130-281A-F8C14F1FBD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31423D-4570-6937-19D8-D1AB5E03304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08A41D9-C428-BA39-8FB7-3BBEDCF9C7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47785C8-FF5E-BCCA-2B1B-3001BEE2B9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E8BB9-9521-999C-C46E-ACD3E082A7F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D9408-2CE6-AB7F-EB10-776C2BF641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48776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EF3FAE-DF7A-4286-90BB-F3E2A4A6B62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967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0BBB-8FF8-88B8-346C-A9B8E4500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155FF9-67A6-F3AE-F6C8-87B05A513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56E88-791E-B990-DB8A-2B907217B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EFF53-F90C-43CD-AEFB-06FC45DA570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92413-ED35-D0C8-7C4E-F4CDB24E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A94A0-A5B2-5507-2D55-53BC1244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9BFA7-BF25-4580-86E6-EFA6D297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79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CE2D9-65E9-9A4F-8C5B-6E1110294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50B0E-0533-6139-152B-401514B01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02C79-13C1-345F-0D19-BB31D451B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EFF53-F90C-43CD-AEFB-06FC45DA570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6DD38-3174-9CB2-DEAA-DCAC26A3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7C28A-F53E-D2FF-21F3-858141C03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9BFA7-BF25-4580-86E6-EFA6D297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338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7F41-8986-2131-E85E-17532D65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E14C5-DDA8-2BC0-E9FB-296FF563E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F15A5-489B-B017-A915-3C9A93B76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EFF53-F90C-43CD-AEFB-06FC45DA570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4263A-8C39-5EEE-0E5E-59E551B1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75FBD-2327-4BC1-186B-1290F7B12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9BFA7-BF25-4580-86E6-EFA6D297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90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4957F-32E0-5C0F-D688-D3C212F22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2DAC0-3FED-7397-52D6-3CA176FA3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579243-F5E7-1DE6-DE0C-9FCB270B0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4ECEB-142B-584F-41C7-30628598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EFF53-F90C-43CD-AEFB-06FC45DA570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F000F-D1C4-6F18-A12F-A69761AF8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8C68D-4386-CA33-E27D-A0500DEE5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9BFA7-BF25-4580-86E6-EFA6D297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567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9CF9C-6327-8A9A-8EE1-41D2240B4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364F1-5F2F-725C-1CFD-9267FFA87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B19F1-9B99-5702-A9AC-2A74C7E13D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6EB135-4ECF-C26C-2524-64BC10724F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BD5469-A298-72F2-64B7-A7665C2B8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43E802-4BE2-0A91-1D8A-D41107E56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EFF53-F90C-43CD-AEFB-06FC45DA570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C674DD-29B2-1B81-1230-41F3C51C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B0EDCC-3F28-632F-73EF-E28FE405B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9BFA7-BF25-4580-86E6-EFA6D297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56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D938E-71F0-F132-CC48-CF1DECDB9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B7002E-851F-CF8A-F564-50D117A25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EFF53-F90C-43CD-AEFB-06FC45DA570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C4F7DB-F070-DC8A-9F22-59DDB758B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B4236-D3A9-BD85-E12E-605826F35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9BFA7-BF25-4580-86E6-EFA6D297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768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B6A89C-E4A1-F506-6C14-53798463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EFF53-F90C-43CD-AEFB-06FC45DA570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C17D6B-31C2-6B14-7681-8E7E6A354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DF078-9C55-C957-108F-3897B44F9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9BFA7-BF25-4580-86E6-EFA6D297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524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29C41-F01D-E4DB-7A1E-080EC1CF2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4ED78-5653-82A0-26C3-497E86F1A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1D4EE5-5CD8-586F-25FC-E0190FD77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BDCA4-DCF2-A1EF-F0F1-C12C447B9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EFF53-F90C-43CD-AEFB-06FC45DA570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67330-C86E-2887-695F-6A356903E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7BC81-B3C4-59FC-7048-BEDFFB27A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9BFA7-BF25-4580-86E6-EFA6D297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25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DF481-207B-5F39-9228-24C48CF70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8AEBC4-AB0E-4F3C-94D5-38B617A27B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282502-251A-32DC-11B9-1C9A7672D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6263D-3FEE-729F-95FE-90CB22FB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EFF53-F90C-43CD-AEFB-06FC45DA570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FCEC1-78C6-AEA7-04E5-3F6C06025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E149C-1D3A-3E3E-3C94-6CDD821FA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9BFA7-BF25-4580-86E6-EFA6D297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099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DFD6-CEBA-CC65-9810-471FEDF8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D2AF0D-F670-E974-8286-5BF872A97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0819A-91F4-96B0-D3AC-9AB9E2D87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EFF53-F90C-43CD-AEFB-06FC45DA570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8FD85-915A-779B-2DC8-2E7A038D5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D5753-7B52-6EE4-B7BE-3A148A338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9BFA7-BF25-4580-86E6-EFA6D297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84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EBD235-04C6-AA81-EEB2-22AE713FF2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168FB-0023-9350-628E-9B64369D45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1431C-E28F-A5D3-3BC2-44C4AD240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EFF53-F90C-43CD-AEFB-06FC45DA570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1B751-BE70-A2B8-08FE-BACB36562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A82E3-3264-F356-7F9D-5F0B8579F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9BFA7-BF25-4580-86E6-EFA6D297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386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EE787-23CE-82C0-3106-520122C33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EC406-236D-3F4F-D1F6-B5D5797E6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11465-435F-0FF5-7025-DF2DF9B093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8EFF53-F90C-43CD-AEFB-06FC45DA570E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E1641-1B75-955C-A0BC-96CF160875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ED4CF-3B69-7313-5BEB-1CE597DAB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59BFA7-BF25-4580-86E6-EFA6D2979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45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bhadaneeraj/cardio-vascular-disease-detectio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A0347-7C64-BDB2-753C-EAE752D56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53400" y="1128094"/>
            <a:ext cx="3434180" cy="14152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200"/>
              <a:t>Cardiovascular Disease Prediction</a:t>
            </a:r>
          </a:p>
        </p:txBody>
      </p:sp>
      <p:pic>
        <p:nvPicPr>
          <p:cNvPr id="7" name="Picture 6" descr="A doctor holding a heart&#10;&#10;AI-generated content may be incorrect.">
            <a:extLst>
              <a:ext uri="{FF2B5EF4-FFF2-40B4-BE49-F238E27FC236}">
                <a16:creationId xmlns:a16="http://schemas.microsoft.com/office/drawing/2014/main" id="{66B39692-F976-1512-BAC7-F9B07B4EDF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85"/>
          <a:stretch/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5B8620E4-ADA7-C7C0-B145-78A90859B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53400" y="2543364"/>
            <a:ext cx="3886200" cy="3599019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 i="1" dirty="0"/>
              <a:t>Developing and Interpreting a Neural Network Model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algn="l"/>
            <a:r>
              <a:rPr lang="en-US" sz="2000" b="1" dirty="0"/>
              <a:t>Cat Kim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BUAN 6382 Applied Deep Learning</a:t>
            </a:r>
          </a:p>
          <a:p>
            <a:pPr algn="l"/>
            <a:r>
              <a:rPr lang="en-US" sz="2000" dirty="0"/>
              <a:t>The University of Texas at Dallas</a:t>
            </a:r>
          </a:p>
          <a:p>
            <a:pPr algn="l"/>
            <a:r>
              <a:rPr lang="en-US" sz="2000" dirty="0"/>
              <a:t>May 2, 2025</a:t>
            </a:r>
          </a:p>
        </p:txBody>
      </p:sp>
    </p:spTree>
    <p:extLst>
      <p:ext uri="{BB962C8B-B14F-4D97-AF65-F5344CB8AC3E}">
        <p14:creationId xmlns:p14="http://schemas.microsoft.com/office/powerpoint/2010/main" val="2085355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98EFE-9A36-E360-E635-E590A835B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&amp;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076A9-613F-08D7-7816-468ED54A7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6908"/>
            <a:ext cx="5897033" cy="4351338"/>
          </a:xfrm>
        </p:spPr>
        <p:txBody>
          <a:bodyPr>
            <a:normAutofit/>
          </a:bodyPr>
          <a:lstStyle/>
          <a:p>
            <a:r>
              <a:rPr lang="en-US" sz="2000" b="1" dirty="0"/>
              <a:t>Problem: </a:t>
            </a:r>
            <a:r>
              <a:rPr lang="en-US" sz="2000" dirty="0"/>
              <a:t>Build a model to predict the presence of cardiovascular disease based on patient health examination data</a:t>
            </a:r>
          </a:p>
          <a:p>
            <a:r>
              <a:rPr lang="en-US" sz="2000" b="1" dirty="0"/>
              <a:t>Dataset: </a:t>
            </a:r>
            <a:r>
              <a:rPr lang="en-US" sz="2000" dirty="0"/>
              <a:t>Cardio Vascular Disease Detection dataset (Kaggle)</a:t>
            </a:r>
          </a:p>
          <a:p>
            <a:pPr lvl="1"/>
            <a:r>
              <a:rPr lang="en-US" sz="1800" dirty="0"/>
              <a:t>69,301 Records, 12 features</a:t>
            </a:r>
          </a:p>
          <a:p>
            <a:pPr lvl="2"/>
            <a:r>
              <a:rPr lang="en-US" sz="1600" dirty="0"/>
              <a:t>Binary target variable: cardio (0: No Disease, 1: Disease)</a:t>
            </a:r>
          </a:p>
          <a:p>
            <a:pPr lvl="2"/>
            <a:r>
              <a:rPr lang="en-US" sz="1600" dirty="0"/>
              <a:t>Health Metrics &amp; Lifestyle Factors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538844-5392-05F9-24D3-A5CE90A4B094}"/>
              </a:ext>
            </a:extLst>
          </p:cNvPr>
          <p:cNvSpPr txBox="1"/>
          <p:nvPr/>
        </p:nvSpPr>
        <p:spPr>
          <a:xfrm>
            <a:off x="714374" y="6169709"/>
            <a:ext cx="106394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2"/>
              </a:rPr>
              <a:t>https://www.kaggle.com/datasets/bhadaneeraj/cardio-vascular-disease-detection</a:t>
            </a:r>
            <a:endParaRPr lang="en-US" sz="12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6D9A695-D0DC-E8A3-43AB-BB8B9138F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538753"/>
              </p:ext>
            </p:extLst>
          </p:nvPr>
        </p:nvGraphicFramePr>
        <p:xfrm>
          <a:off x="7044265" y="2139943"/>
          <a:ext cx="4000500" cy="3266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5252">
                  <a:extLst>
                    <a:ext uri="{9D8B030D-6E8A-4147-A177-3AD203B41FA5}">
                      <a16:colId xmlns:a16="http://schemas.microsoft.com/office/drawing/2014/main" val="1275924262"/>
                    </a:ext>
                  </a:extLst>
                </a:gridCol>
                <a:gridCol w="1595248">
                  <a:extLst>
                    <a:ext uri="{9D8B030D-6E8A-4147-A177-3AD203B41FA5}">
                      <a16:colId xmlns:a16="http://schemas.microsoft.com/office/drawing/2014/main" val="3292482168"/>
                    </a:ext>
                  </a:extLst>
                </a:gridCol>
              </a:tblGrid>
              <a:tr h="334378">
                <a:tc>
                  <a:txBody>
                    <a:bodyPr/>
                    <a:lstStyle/>
                    <a:p>
                      <a:r>
                        <a:rPr lang="en-US" sz="1050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Type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090749"/>
                  </a:ext>
                </a:extLst>
              </a:tr>
              <a:tr h="243861">
                <a:tc>
                  <a:txBody>
                    <a:bodyPr/>
                    <a:lstStyle/>
                    <a:p>
                      <a:r>
                        <a:rPr lang="en-US" sz="1050" dirty="0"/>
                        <a:t>Age (“age”)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Non-binary (integer)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932727"/>
                  </a:ext>
                </a:extLst>
              </a:tr>
              <a:tr h="243861">
                <a:tc>
                  <a:txBody>
                    <a:bodyPr/>
                    <a:lstStyle/>
                    <a:p>
                      <a:r>
                        <a:rPr lang="en-US" sz="1050" dirty="0"/>
                        <a:t>Gender (“gender”)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Categorical (integer)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342435"/>
                  </a:ext>
                </a:extLst>
              </a:tr>
              <a:tr h="243861">
                <a:tc>
                  <a:txBody>
                    <a:bodyPr/>
                    <a:lstStyle/>
                    <a:p>
                      <a:r>
                        <a:rPr lang="en-US" sz="1050" dirty="0"/>
                        <a:t>Height (“height”)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Non-binary (integer)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742181"/>
                  </a:ext>
                </a:extLst>
              </a:tr>
              <a:tr h="243861">
                <a:tc>
                  <a:txBody>
                    <a:bodyPr/>
                    <a:lstStyle/>
                    <a:p>
                      <a:r>
                        <a:rPr lang="en-US" sz="1050"/>
                        <a:t>Weight (“weight”)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Non-binary (float)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999400"/>
                  </a:ext>
                </a:extLst>
              </a:tr>
              <a:tr h="334378">
                <a:tc>
                  <a:txBody>
                    <a:bodyPr/>
                    <a:lstStyle/>
                    <a:p>
                      <a:r>
                        <a:rPr lang="en-US" sz="1050" dirty="0"/>
                        <a:t>Systolic blood pressure (“</a:t>
                      </a:r>
                      <a:r>
                        <a:rPr lang="en-US" sz="1050" dirty="0" err="1"/>
                        <a:t>ap_hi</a:t>
                      </a:r>
                      <a:r>
                        <a:rPr lang="en-US" sz="1050" dirty="0"/>
                        <a:t>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Non-binary (integer)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639789"/>
                  </a:ext>
                </a:extLst>
              </a:tr>
              <a:tr h="243861">
                <a:tc>
                  <a:txBody>
                    <a:bodyPr/>
                    <a:lstStyle/>
                    <a:p>
                      <a:r>
                        <a:rPr lang="en-US" sz="1050" dirty="0"/>
                        <a:t>Diastolic blood pressure (“</a:t>
                      </a:r>
                      <a:r>
                        <a:rPr lang="en-US" sz="1050" dirty="0" err="1"/>
                        <a:t>ap_low</a:t>
                      </a:r>
                      <a:r>
                        <a:rPr lang="en-US" sz="1050" dirty="0"/>
                        <a:t>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Non-binary (integer)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728851"/>
                  </a:ext>
                </a:extLst>
              </a:tr>
              <a:tr h="243861">
                <a:tc>
                  <a:txBody>
                    <a:bodyPr/>
                    <a:lstStyle/>
                    <a:p>
                      <a:r>
                        <a:rPr lang="en-US" sz="1050"/>
                        <a:t>Cholesterol (“cholesterol”)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Categorical (integer)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325178"/>
                  </a:ext>
                </a:extLst>
              </a:tr>
              <a:tr h="243861">
                <a:tc>
                  <a:txBody>
                    <a:bodyPr/>
                    <a:lstStyle/>
                    <a:p>
                      <a:r>
                        <a:rPr lang="en-US" sz="1050"/>
                        <a:t>Glucose (“gluc”)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Categorical (integer)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328342"/>
                  </a:ext>
                </a:extLst>
              </a:tr>
              <a:tr h="243861">
                <a:tc>
                  <a:txBody>
                    <a:bodyPr/>
                    <a:lstStyle/>
                    <a:p>
                      <a:r>
                        <a:rPr lang="en-US" sz="1050"/>
                        <a:t>Smoking (“smoke”)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928028"/>
                  </a:ext>
                </a:extLst>
              </a:tr>
              <a:tr h="243861">
                <a:tc>
                  <a:txBody>
                    <a:bodyPr/>
                    <a:lstStyle/>
                    <a:p>
                      <a:r>
                        <a:rPr lang="en-US" sz="1050"/>
                        <a:t>Alcohol Intake (“alco”)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Binary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162160"/>
                  </a:ext>
                </a:extLst>
              </a:tr>
              <a:tr h="334378">
                <a:tc>
                  <a:txBody>
                    <a:bodyPr/>
                    <a:lstStyle/>
                    <a:p>
                      <a:r>
                        <a:rPr lang="en-US" sz="1050" dirty="0"/>
                        <a:t>Physical Activity  (“active”)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997666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4F90181-E9CC-60FC-11EA-21CB5D22CC94}"/>
              </a:ext>
            </a:extLst>
          </p:cNvPr>
          <p:cNvSpPr txBox="1">
            <a:spLocks/>
          </p:cNvSpPr>
          <p:nvPr/>
        </p:nvSpPr>
        <p:spPr>
          <a:xfrm>
            <a:off x="6906682" y="1788739"/>
            <a:ext cx="4275667" cy="322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i="1" dirty="0"/>
              <a:t>Table of Health Metrics &amp; Lifestyle Factors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762619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2FA70-FF6D-E528-76CE-FDADA4D07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08A38-E61D-6784-CA86-4D361E4E8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&amp;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5E554-FF4E-910C-C1D2-8F21ECC7F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6908"/>
            <a:ext cx="5897033" cy="4351338"/>
          </a:xfrm>
        </p:spPr>
        <p:txBody>
          <a:bodyPr>
            <a:normAutofit/>
          </a:bodyPr>
          <a:lstStyle/>
          <a:p>
            <a:r>
              <a:rPr lang="en-US" sz="2000" b="1" dirty="0"/>
              <a:t>Problem: </a:t>
            </a:r>
            <a:r>
              <a:rPr lang="en-US" sz="2000" dirty="0"/>
              <a:t>Build a model to predict the presence of cardiovascular disease based on patient health examination data</a:t>
            </a:r>
          </a:p>
          <a:p>
            <a:r>
              <a:rPr lang="en-US" sz="2000" b="1" dirty="0"/>
              <a:t>Dataset: </a:t>
            </a:r>
            <a:r>
              <a:rPr lang="en-US" sz="2000" dirty="0"/>
              <a:t>Cardio Vascular Disease Detection dataset (Kaggle)</a:t>
            </a:r>
          </a:p>
          <a:p>
            <a:pPr lvl="1"/>
            <a:r>
              <a:rPr lang="en-US" sz="1800" dirty="0"/>
              <a:t>69,301 Records, 12 features</a:t>
            </a:r>
          </a:p>
          <a:p>
            <a:pPr lvl="2"/>
            <a:r>
              <a:rPr lang="en-US" sz="1600" dirty="0"/>
              <a:t>Binary target variable: cardio (0: No Disease, 1: Disease)</a:t>
            </a:r>
          </a:p>
          <a:p>
            <a:pPr lvl="2"/>
            <a:r>
              <a:rPr lang="en-US" sz="1600" dirty="0"/>
              <a:t>Health Metrics &amp; Lifestyle Factors</a:t>
            </a:r>
          </a:p>
          <a:p>
            <a:r>
              <a:rPr lang="en-US" sz="2000" b="1" dirty="0"/>
              <a:t>Data Cleaning: </a:t>
            </a:r>
            <a:r>
              <a:rPr lang="en-US" sz="2000" dirty="0"/>
              <a:t>Removed 24 duplicates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03AD56B-7CF1-87F5-A654-0ACD81ECF9A1}"/>
              </a:ext>
            </a:extLst>
          </p:cNvPr>
          <p:cNvSpPr txBox="1">
            <a:spLocks/>
          </p:cNvSpPr>
          <p:nvPr/>
        </p:nvSpPr>
        <p:spPr>
          <a:xfrm>
            <a:off x="6906682" y="1824817"/>
            <a:ext cx="4275667" cy="322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i="1" dirty="0"/>
              <a:t>Target Leakage detection</a:t>
            </a:r>
            <a:endParaRPr lang="en-US" sz="1200" b="1" i="1" dirty="0"/>
          </a:p>
        </p:txBody>
      </p:sp>
      <p:pic>
        <p:nvPicPr>
          <p:cNvPr id="8193" name="Picture 1">
            <a:extLst>
              <a:ext uri="{FF2B5EF4-FFF2-40B4-BE49-F238E27FC236}">
                <a16:creationId xmlns:a16="http://schemas.microsoft.com/office/drawing/2014/main" id="{969DF18F-4699-DE88-40D2-1E61E9E0F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232" y="2227135"/>
            <a:ext cx="4686000" cy="285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1868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05778-91AC-2F3D-E331-432917891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E05ED-5E44-309F-B75B-66792A633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&amp;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81FE7-BAC8-7D71-A11A-BA46BB888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6908"/>
            <a:ext cx="5897033" cy="4351338"/>
          </a:xfrm>
        </p:spPr>
        <p:txBody>
          <a:bodyPr>
            <a:normAutofit/>
          </a:bodyPr>
          <a:lstStyle/>
          <a:p>
            <a:r>
              <a:rPr lang="en-US" sz="2000" b="1" dirty="0"/>
              <a:t>Problem: </a:t>
            </a:r>
            <a:r>
              <a:rPr lang="en-US" sz="2000" dirty="0"/>
              <a:t>Build a model to predict the presence of cardiovascular disease based on patient health examination data</a:t>
            </a:r>
          </a:p>
          <a:p>
            <a:r>
              <a:rPr lang="en-US" sz="2000" b="1" dirty="0"/>
              <a:t>Dataset: </a:t>
            </a:r>
            <a:r>
              <a:rPr lang="en-US" sz="2000" dirty="0"/>
              <a:t>Cardio Vascular Disease Detection dataset (Kaggle)</a:t>
            </a:r>
          </a:p>
          <a:p>
            <a:pPr lvl="1"/>
            <a:r>
              <a:rPr lang="en-US" sz="1800" dirty="0"/>
              <a:t>69,301 Records, 12 features</a:t>
            </a:r>
          </a:p>
          <a:p>
            <a:pPr lvl="2"/>
            <a:r>
              <a:rPr lang="en-US" sz="1600" dirty="0"/>
              <a:t>Binary target variable: cardio (0: No Disease, 1: Disease)</a:t>
            </a:r>
          </a:p>
          <a:p>
            <a:pPr lvl="2"/>
            <a:r>
              <a:rPr lang="en-US" sz="1600" dirty="0"/>
              <a:t>Health Metrics &amp; Lifestyle Factors</a:t>
            </a:r>
          </a:p>
          <a:p>
            <a:r>
              <a:rPr lang="en-US" sz="2000" b="1" dirty="0"/>
              <a:t>Data Cleaning: </a:t>
            </a:r>
            <a:r>
              <a:rPr lang="en-US" sz="2000" dirty="0"/>
              <a:t>Removed 24 duplicates</a:t>
            </a:r>
          </a:p>
          <a:p>
            <a:r>
              <a:rPr lang="en-US" sz="2000" b="1" dirty="0"/>
              <a:t>Class Distribution: </a:t>
            </a:r>
            <a:r>
              <a:rPr lang="en-US" sz="2000" dirty="0"/>
              <a:t>Fairly balanced</a:t>
            </a:r>
          </a:p>
          <a:p>
            <a:pPr lvl="1"/>
            <a:r>
              <a:rPr lang="en-US" sz="1600" dirty="0"/>
              <a:t>No cardiovascular disease: 50.06%</a:t>
            </a:r>
          </a:p>
          <a:p>
            <a:pPr lvl="1"/>
            <a:r>
              <a:rPr lang="en-US" sz="1600" dirty="0"/>
              <a:t>Cardiovascular disease: 49.94%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E80396-CBA6-C44B-D770-102700B15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232" y="2057554"/>
            <a:ext cx="4525686" cy="340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24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7A25D-C23F-B15B-67EA-B5CB590BE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27A26-A47A-9684-C43B-44E9D60B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54FBD-4D26-7C4E-9D11-332A28905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Remove ‘id’ column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Feature Transformation</a:t>
            </a:r>
          </a:p>
          <a:p>
            <a:pPr lvl="1"/>
            <a:r>
              <a:rPr lang="en-US" sz="1800" dirty="0"/>
              <a:t>Box-Cox transformation to “</a:t>
            </a:r>
            <a:r>
              <a:rPr lang="en-US" sz="1800" dirty="0" err="1"/>
              <a:t>ap_hi</a:t>
            </a:r>
            <a:r>
              <a:rPr lang="en-US" sz="1800" dirty="0"/>
              <a:t>” and “</a:t>
            </a:r>
            <a:r>
              <a:rPr lang="en-US" sz="1800" dirty="0" err="1"/>
              <a:t>ap_lo</a:t>
            </a:r>
            <a:r>
              <a:rPr lang="en-US" sz="1800" dirty="0"/>
              <a:t>” to reduce skewness.</a:t>
            </a:r>
          </a:p>
          <a:p>
            <a:pPr lvl="1"/>
            <a:r>
              <a:rPr lang="en-US" sz="1800" dirty="0"/>
              <a:t>Log transformation (np.log1p) to “weight”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5050FE2-2488-0BAA-E898-F729ABEAB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465" y="1626414"/>
            <a:ext cx="3664272" cy="178671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5FB18D6-12FD-3680-A816-53B9504C25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600" y="3920858"/>
            <a:ext cx="3769035" cy="1560995"/>
          </a:xfrm>
          <a:prstGeom prst="rect">
            <a:avLst/>
          </a:prstGeom>
        </p:spPr>
      </p:pic>
      <p:sp>
        <p:nvSpPr>
          <p:cNvPr id="22" name="Arrow: Down 21">
            <a:extLst>
              <a:ext uri="{FF2B5EF4-FFF2-40B4-BE49-F238E27FC236}">
                <a16:creationId xmlns:a16="http://schemas.microsoft.com/office/drawing/2014/main" id="{9B5301C5-AE67-3E97-94A7-F219B9739EC0}"/>
              </a:ext>
            </a:extLst>
          </p:cNvPr>
          <p:cNvSpPr/>
          <p:nvPr/>
        </p:nvSpPr>
        <p:spPr>
          <a:xfrm>
            <a:off x="8039100" y="3548063"/>
            <a:ext cx="165100" cy="3279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F1B38C-5E6B-088D-4D35-5280BDC3F8DF}"/>
              </a:ext>
            </a:extLst>
          </p:cNvPr>
          <p:cNvSpPr/>
          <p:nvPr/>
        </p:nvSpPr>
        <p:spPr>
          <a:xfrm>
            <a:off x="6451600" y="1626414"/>
            <a:ext cx="4064000" cy="1802586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59CCC5-6EBF-79EC-B857-CF5D76908859}"/>
              </a:ext>
            </a:extLst>
          </p:cNvPr>
          <p:cNvSpPr/>
          <p:nvPr/>
        </p:nvSpPr>
        <p:spPr>
          <a:xfrm>
            <a:off x="6451600" y="3928163"/>
            <a:ext cx="4064000" cy="1688627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2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A8E66-7B24-EB3C-5019-69C9972CD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B529F-7CA3-E572-E21D-947D945E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852A5-4A14-5F25-A5BA-4B536CA05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Remove ‘id’ column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Feature Transformation</a:t>
            </a:r>
          </a:p>
          <a:p>
            <a:pPr lvl="1"/>
            <a:r>
              <a:rPr lang="en-US" sz="1800" dirty="0"/>
              <a:t>Box-Cox transformation to “</a:t>
            </a:r>
            <a:r>
              <a:rPr lang="en-US" sz="1800" dirty="0" err="1"/>
              <a:t>ap_hi</a:t>
            </a:r>
            <a:r>
              <a:rPr lang="en-US" sz="1800" dirty="0"/>
              <a:t>” and “</a:t>
            </a:r>
            <a:r>
              <a:rPr lang="en-US" sz="1800" dirty="0" err="1"/>
              <a:t>ap_lo</a:t>
            </a:r>
            <a:r>
              <a:rPr lang="en-US" sz="1800" dirty="0"/>
              <a:t>” to reduce skewness.</a:t>
            </a:r>
          </a:p>
          <a:p>
            <a:pPr lvl="1"/>
            <a:r>
              <a:rPr lang="en-US" sz="1800" dirty="0"/>
              <a:t>Log transformation (np.log1p) to “weight”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Data Splitting Using Stratified Sampling</a:t>
            </a:r>
          </a:p>
          <a:p>
            <a:pPr lvl="1"/>
            <a:r>
              <a:rPr lang="en-US" sz="1800" dirty="0"/>
              <a:t>Training set: 60%</a:t>
            </a:r>
          </a:p>
          <a:p>
            <a:pPr lvl="1"/>
            <a:r>
              <a:rPr lang="en-US" sz="1800" dirty="0"/>
              <a:t>Validation Set: 20%</a:t>
            </a:r>
          </a:p>
          <a:p>
            <a:pPr lvl="1"/>
            <a:r>
              <a:rPr lang="en-US" sz="1800" dirty="0"/>
              <a:t>Test Set: 20%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Feature Scaling</a:t>
            </a:r>
          </a:p>
          <a:p>
            <a:pPr lvl="1"/>
            <a:r>
              <a:rPr lang="en-US" sz="1800" dirty="0" err="1"/>
              <a:t>StandardScaler</a:t>
            </a:r>
            <a:r>
              <a:rPr lang="en-US" sz="1800" dirty="0"/>
              <a:t> for numerical features on training 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0C6F4F-6C9C-046B-9F4E-AB21E456FAC7}"/>
              </a:ext>
            </a:extLst>
          </p:cNvPr>
          <p:cNvSpPr/>
          <p:nvPr/>
        </p:nvSpPr>
        <p:spPr>
          <a:xfrm>
            <a:off x="6413500" y="2447935"/>
            <a:ext cx="4356100" cy="1730365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32E8912-0EF7-1D54-B9DC-CE64364A29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66"/>
          <a:stretch/>
        </p:blipFill>
        <p:spPr>
          <a:xfrm>
            <a:off x="6589035" y="2684463"/>
            <a:ext cx="4068531" cy="132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143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49B76-F0F4-71E7-A348-76F4A8BDE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62F2-974C-B298-A374-C209ABD86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Architectures &amp; Hyperparameters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C65AEE3-BFDF-512F-6E3B-BDA8289A25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1689043"/>
              </p:ext>
            </p:extLst>
          </p:nvPr>
        </p:nvGraphicFramePr>
        <p:xfrm>
          <a:off x="523875" y="1548870"/>
          <a:ext cx="11328400" cy="4461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1469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F0D66-EDBE-BC41-A3C1-16FFDDC5F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 &amp;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445FD-BAA6-B27B-A43E-69D44C2A9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4" y="1619250"/>
            <a:ext cx="9778076" cy="666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i="1" dirty="0"/>
              <a:t>Objective: </a:t>
            </a:r>
            <a:r>
              <a:rPr lang="en-US" sz="2000" i="1" dirty="0"/>
              <a:t>Identify the optimal Neural Network architecture and hyperparameters by comparing the performance of multiple configurations.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2DDF44-7F0A-C9AB-3795-5B9A462790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86"/>
          <a:stretch/>
        </p:blipFill>
        <p:spPr>
          <a:xfrm>
            <a:off x="1194723" y="2380319"/>
            <a:ext cx="9507277" cy="3831186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E4505D6-4BC1-91E9-65D8-7C1671E9AD6A}"/>
              </a:ext>
            </a:extLst>
          </p:cNvPr>
          <p:cNvSpPr txBox="1">
            <a:spLocks/>
          </p:cNvSpPr>
          <p:nvPr/>
        </p:nvSpPr>
        <p:spPr>
          <a:xfrm>
            <a:off x="923924" y="6305824"/>
            <a:ext cx="10810876" cy="947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 dirty="0"/>
              <a:t>Note: Each model was independently trained on the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4033904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349F5-E42D-E847-BBF3-4D02481E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97F7C-7E81-D967-FC46-4C0821BBE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 &amp; Training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AF062EE-B672-ACB4-19F2-040465977FB2}"/>
              </a:ext>
            </a:extLst>
          </p:cNvPr>
          <p:cNvSpPr txBox="1">
            <a:spLocks/>
          </p:cNvSpPr>
          <p:nvPr/>
        </p:nvSpPr>
        <p:spPr>
          <a:xfrm>
            <a:off x="923924" y="6305824"/>
            <a:ext cx="10810876" cy="947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 dirty="0"/>
              <a:t>Note: Each model was independently trained on the Training Data.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5C7793-510D-698E-5E97-BCACC3970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046" y="2286000"/>
            <a:ext cx="9373908" cy="387721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43841EB-3987-CB99-687E-B41F8A86B365}"/>
              </a:ext>
            </a:extLst>
          </p:cNvPr>
          <p:cNvSpPr txBox="1">
            <a:spLocks/>
          </p:cNvSpPr>
          <p:nvPr/>
        </p:nvSpPr>
        <p:spPr>
          <a:xfrm>
            <a:off x="923924" y="1619250"/>
            <a:ext cx="9778076" cy="666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i="1"/>
              <a:t>Objective: </a:t>
            </a:r>
            <a:r>
              <a:rPr lang="en-US" sz="2000" i="1"/>
              <a:t>Identify the optimal Neural Network architecture and hyperparameters by comparing the performance of multiple configurations.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2026315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04009-F4C3-A083-9B38-979AF1B74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ED9D4-D3B2-7771-820C-5765B21A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 &amp; Training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08B6D70-75B3-B729-C570-8B61741310C7}"/>
              </a:ext>
            </a:extLst>
          </p:cNvPr>
          <p:cNvSpPr txBox="1">
            <a:spLocks/>
          </p:cNvSpPr>
          <p:nvPr/>
        </p:nvSpPr>
        <p:spPr>
          <a:xfrm>
            <a:off x="923924" y="6305824"/>
            <a:ext cx="10810876" cy="947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 dirty="0"/>
              <a:t>Note: Each model was independently trained on the Training Data.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D17EB5-71FE-0D83-1C28-4E5556EC2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56" y="2376356"/>
            <a:ext cx="9402487" cy="383911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419C9F5-26F7-3778-CC75-6D9BDD2F5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4" y="1619250"/>
            <a:ext cx="9778076" cy="666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i="1" dirty="0"/>
              <a:t>Objective: </a:t>
            </a:r>
            <a:r>
              <a:rPr lang="en-US" sz="2000" i="1" dirty="0"/>
              <a:t>Identify the optimal Neural Network architecture and hyperparameters by comparing the performance of multiple configurations.</a:t>
            </a:r>
          </a:p>
        </p:txBody>
      </p:sp>
    </p:spTree>
    <p:extLst>
      <p:ext uri="{BB962C8B-B14F-4D97-AF65-F5344CB8AC3E}">
        <p14:creationId xmlns:p14="http://schemas.microsoft.com/office/powerpoint/2010/main" val="3503546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D2513-2BB2-72AB-E1DC-8FEA2AA09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07BE8-B103-013F-2AEB-87FC85F30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 &amp; Training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F2326CA-1CFF-E54D-20DB-30600C41F041}"/>
              </a:ext>
            </a:extLst>
          </p:cNvPr>
          <p:cNvSpPr txBox="1">
            <a:spLocks/>
          </p:cNvSpPr>
          <p:nvPr/>
        </p:nvSpPr>
        <p:spPr>
          <a:xfrm>
            <a:off x="923924" y="6305824"/>
            <a:ext cx="10810876" cy="947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 dirty="0"/>
              <a:t>Note: Each model was independently trained on the Training Data.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2A314C-1202-AA86-8363-143B1125C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046" y="2352541"/>
            <a:ext cx="9421540" cy="388674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2DED538-F29A-EDB1-9DD8-1EAFE73D6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4" y="1619250"/>
            <a:ext cx="9778076" cy="666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i="1" dirty="0"/>
              <a:t>Objective: </a:t>
            </a:r>
            <a:r>
              <a:rPr lang="en-US" sz="2000" i="1" dirty="0"/>
              <a:t>Identify the optimal Neural Network architecture and hyperparameters by comparing the performance of multiple configurations.</a:t>
            </a:r>
          </a:p>
        </p:txBody>
      </p:sp>
    </p:spTree>
    <p:extLst>
      <p:ext uri="{BB962C8B-B14F-4D97-AF65-F5344CB8AC3E}">
        <p14:creationId xmlns:p14="http://schemas.microsoft.com/office/powerpoint/2010/main" val="1660064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E3FEC-EFA3-B022-D249-ED676E3FA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D2396-3351-5DA9-2FF7-82504F303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 &amp; Training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E186BC2-7D12-CBBC-A517-0608A1645E27}"/>
              </a:ext>
            </a:extLst>
          </p:cNvPr>
          <p:cNvSpPr txBox="1">
            <a:spLocks/>
          </p:cNvSpPr>
          <p:nvPr/>
        </p:nvSpPr>
        <p:spPr>
          <a:xfrm>
            <a:off x="923924" y="6305824"/>
            <a:ext cx="10810876" cy="947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 dirty="0"/>
              <a:t>Note: Each model was independently trained on the Training Data.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1BDA38-E209-7050-C004-AF812163D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993" y="2466713"/>
            <a:ext cx="9412013" cy="383911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D7E4EB-F50D-58E1-DBE3-F7CD2B6D9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4" y="1619250"/>
            <a:ext cx="9778076" cy="666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i="1" dirty="0"/>
              <a:t>Objective: </a:t>
            </a:r>
            <a:r>
              <a:rPr lang="en-US" sz="2000" i="1" dirty="0"/>
              <a:t>Identify the optimal Neural Network architecture and hyperparameters by comparing the performance of multiple configurations.</a:t>
            </a:r>
          </a:p>
        </p:txBody>
      </p:sp>
    </p:spTree>
    <p:extLst>
      <p:ext uri="{BB962C8B-B14F-4D97-AF65-F5344CB8AC3E}">
        <p14:creationId xmlns:p14="http://schemas.microsoft.com/office/powerpoint/2010/main" val="2914214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0DA99-D981-D503-906F-A86D40E9CC5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Model Comparison Using Metrics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FB41BBB-4F93-FF6A-EEBF-B1A871699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399" y="1420491"/>
            <a:ext cx="10151201" cy="49676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82B75-9758-CE44-84AB-9D7F511E1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DD03FEA1-9787-7D8E-842A-8F2CF38DEFE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246916"/>
          <a:ext cx="2877922" cy="3484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936">
                  <a:extLst>
                    <a:ext uri="{9D8B030D-6E8A-4147-A177-3AD203B41FA5}">
                      <a16:colId xmlns:a16="http://schemas.microsoft.com/office/drawing/2014/main" val="3783373153"/>
                    </a:ext>
                  </a:extLst>
                </a:gridCol>
                <a:gridCol w="1107986">
                  <a:extLst>
                    <a:ext uri="{9D8B030D-6E8A-4147-A177-3AD203B41FA5}">
                      <a16:colId xmlns:a16="http://schemas.microsoft.com/office/drawing/2014/main" val="276532716"/>
                    </a:ext>
                  </a:extLst>
                </a:gridCol>
              </a:tblGrid>
              <a:tr h="34406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Runner Up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169869"/>
                  </a:ext>
                </a:extLst>
              </a:tr>
              <a:tr h="34406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HIGHEST F1 &amp; RECALL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957085"/>
                  </a:ext>
                </a:extLst>
              </a:tr>
              <a:tr h="344068">
                <a:tc>
                  <a:txBody>
                    <a:bodyPr/>
                    <a:lstStyle/>
                    <a:p>
                      <a:r>
                        <a:rPr lang="en-US" sz="1400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131781"/>
                  </a:ext>
                </a:extLst>
              </a:tr>
              <a:tr h="344068">
                <a:tc>
                  <a:txBody>
                    <a:bodyPr/>
                    <a:lstStyle/>
                    <a:p>
                      <a:r>
                        <a:rPr lang="en-US" sz="1400" dirty="0"/>
                        <a:t>Balanced Acc.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180135"/>
                  </a:ext>
                </a:extLst>
              </a:tr>
              <a:tr h="344068">
                <a:tc>
                  <a:txBody>
                    <a:bodyPr/>
                    <a:lstStyle/>
                    <a:p>
                      <a:r>
                        <a:rPr lang="en-US" sz="1400" dirty="0"/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931188"/>
                  </a:ext>
                </a:extLst>
              </a:tr>
              <a:tr h="344068">
                <a:tc>
                  <a:txBody>
                    <a:bodyPr/>
                    <a:lstStyle/>
                    <a:p>
                      <a:r>
                        <a:rPr lang="en-US" sz="1400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58635"/>
                  </a:ext>
                </a:extLst>
              </a:tr>
              <a:tr h="344068">
                <a:tc>
                  <a:txBody>
                    <a:bodyPr/>
                    <a:lstStyle/>
                    <a:p>
                      <a:r>
                        <a:rPr lang="en-US" sz="14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801885"/>
                  </a:ext>
                </a:extLst>
              </a:tr>
              <a:tr h="344068">
                <a:tc>
                  <a:txBody>
                    <a:bodyPr/>
                    <a:lstStyle/>
                    <a:p>
                      <a:r>
                        <a:rPr lang="en-US" sz="1400" dirty="0"/>
                        <a:t>Training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307.1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75545"/>
                  </a:ext>
                </a:extLst>
              </a:tr>
              <a:tr h="344068">
                <a:tc>
                  <a:txBody>
                    <a:bodyPr/>
                    <a:lstStyle/>
                    <a:p>
                      <a:r>
                        <a:rPr lang="en-US" sz="1400" dirty="0"/>
                        <a:t>Epoch(s)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029499"/>
                  </a:ext>
                </a:extLst>
              </a:tr>
              <a:tr h="344068">
                <a:tc>
                  <a:txBody>
                    <a:bodyPr/>
                    <a:lstStyle/>
                    <a:p>
                      <a:r>
                        <a:rPr lang="en-US" sz="1400" dirty="0"/>
                        <a:t>Total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2,689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467497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CFD2CE90-9A2F-E253-C0C8-945059C251D9}"/>
              </a:ext>
            </a:extLst>
          </p:cNvPr>
          <p:cNvGraphicFramePr>
            <a:graphicFrameLocks noGrp="1"/>
          </p:cNvGraphicFramePr>
          <p:nvPr/>
        </p:nvGraphicFramePr>
        <p:xfrm>
          <a:off x="8077200" y="2246916"/>
          <a:ext cx="2936152" cy="352262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05749">
                  <a:extLst>
                    <a:ext uri="{9D8B030D-6E8A-4147-A177-3AD203B41FA5}">
                      <a16:colId xmlns:a16="http://schemas.microsoft.com/office/drawing/2014/main" val="3783373153"/>
                    </a:ext>
                  </a:extLst>
                </a:gridCol>
                <a:gridCol w="1130403">
                  <a:extLst>
                    <a:ext uri="{9D8B030D-6E8A-4147-A177-3AD203B41FA5}">
                      <a16:colId xmlns:a16="http://schemas.microsoft.com/office/drawing/2014/main" val="276532716"/>
                    </a:ext>
                  </a:extLst>
                </a:gridCol>
              </a:tblGrid>
              <a:tr h="34888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Honorable Mention</a:t>
                      </a:r>
                    </a:p>
                  </a:txBody>
                  <a:tcPr>
                    <a:lnB w="381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169869"/>
                  </a:ext>
                </a:extLst>
              </a:tr>
              <a:tr h="34888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HIGHEST PRECISION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957085"/>
                  </a:ext>
                </a:extLst>
              </a:tr>
              <a:tr h="348888">
                <a:tc>
                  <a:txBody>
                    <a:bodyPr/>
                    <a:lstStyle/>
                    <a:p>
                      <a:r>
                        <a:rPr lang="en-US" sz="1400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131781"/>
                  </a:ext>
                </a:extLst>
              </a:tr>
              <a:tr h="348888">
                <a:tc>
                  <a:txBody>
                    <a:bodyPr/>
                    <a:lstStyle/>
                    <a:p>
                      <a:r>
                        <a:rPr lang="en-US" sz="1400" dirty="0"/>
                        <a:t>Balanced Acc.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180135"/>
                  </a:ext>
                </a:extLst>
              </a:tr>
              <a:tr h="348888">
                <a:tc>
                  <a:txBody>
                    <a:bodyPr/>
                    <a:lstStyle/>
                    <a:p>
                      <a:r>
                        <a:rPr lang="en-US" sz="1400" dirty="0"/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0.7967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931188"/>
                  </a:ext>
                </a:extLst>
              </a:tr>
              <a:tr h="348888">
                <a:tc>
                  <a:txBody>
                    <a:bodyPr/>
                    <a:lstStyle/>
                    <a:p>
                      <a:r>
                        <a:rPr lang="en-US" sz="1400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75545"/>
                  </a:ext>
                </a:extLst>
              </a:tr>
              <a:tr h="348888">
                <a:tc>
                  <a:txBody>
                    <a:bodyPr/>
                    <a:lstStyle/>
                    <a:p>
                      <a:r>
                        <a:rPr lang="en-US" sz="14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902000"/>
                  </a:ext>
                </a:extLst>
              </a:tr>
              <a:tr h="348888">
                <a:tc>
                  <a:txBody>
                    <a:bodyPr/>
                    <a:lstStyle/>
                    <a:p>
                      <a:r>
                        <a:rPr lang="en-US" sz="1400" dirty="0"/>
                        <a:t>Training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380.6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710087"/>
                  </a:ext>
                </a:extLst>
              </a:tr>
              <a:tr h="348888">
                <a:tc>
                  <a:txBody>
                    <a:bodyPr/>
                    <a:lstStyle/>
                    <a:p>
                      <a:r>
                        <a:rPr lang="en-US" sz="1400" dirty="0"/>
                        <a:t>Epoch(s)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121779"/>
                  </a:ext>
                </a:extLst>
              </a:tr>
              <a:tr h="348888">
                <a:tc>
                  <a:txBody>
                    <a:bodyPr/>
                    <a:lstStyle/>
                    <a:p>
                      <a:r>
                        <a:rPr lang="en-US" sz="1400" dirty="0"/>
                        <a:t>Total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11,521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393810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C5AAE9B9-BD3C-9DD4-10C4-678625BDAF77}"/>
              </a:ext>
            </a:extLst>
          </p:cNvPr>
          <p:cNvGraphicFramePr>
            <a:graphicFrameLocks noGrp="1"/>
          </p:cNvGraphicFramePr>
          <p:nvPr/>
        </p:nvGraphicFramePr>
        <p:xfrm>
          <a:off x="4362449" y="2174308"/>
          <a:ext cx="2936153" cy="35871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05749">
                  <a:extLst>
                    <a:ext uri="{9D8B030D-6E8A-4147-A177-3AD203B41FA5}">
                      <a16:colId xmlns:a16="http://schemas.microsoft.com/office/drawing/2014/main" val="3783373153"/>
                    </a:ext>
                  </a:extLst>
                </a:gridCol>
                <a:gridCol w="1130404">
                  <a:extLst>
                    <a:ext uri="{9D8B030D-6E8A-4147-A177-3AD203B41FA5}">
                      <a16:colId xmlns:a16="http://schemas.microsoft.com/office/drawing/2014/main" val="276532716"/>
                    </a:ext>
                  </a:extLst>
                </a:gridCol>
              </a:tblGrid>
              <a:tr h="35695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Top Performer</a:t>
                      </a:r>
                    </a:p>
                  </a:txBody>
                  <a:tcPr>
                    <a:lnB w="381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169869"/>
                  </a:ext>
                </a:extLst>
              </a:tr>
              <a:tr h="35695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BEST BALANCE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957085"/>
                  </a:ext>
                </a:extLst>
              </a:tr>
              <a:tr h="356956">
                <a:tc>
                  <a:txBody>
                    <a:bodyPr/>
                    <a:lstStyle/>
                    <a:p>
                      <a:r>
                        <a:rPr lang="en-US" sz="1400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131781"/>
                  </a:ext>
                </a:extLst>
              </a:tr>
              <a:tr h="356956">
                <a:tc>
                  <a:txBody>
                    <a:bodyPr/>
                    <a:lstStyle/>
                    <a:p>
                      <a:r>
                        <a:rPr lang="en-US" sz="1400" dirty="0"/>
                        <a:t>Balanced Acc.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180135"/>
                  </a:ext>
                </a:extLst>
              </a:tr>
              <a:tr h="356956">
                <a:tc>
                  <a:txBody>
                    <a:bodyPr/>
                    <a:lstStyle/>
                    <a:p>
                      <a:r>
                        <a:rPr lang="en-US" sz="1400" dirty="0"/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931188"/>
                  </a:ext>
                </a:extLst>
              </a:tr>
              <a:tr h="356956">
                <a:tc>
                  <a:txBody>
                    <a:bodyPr/>
                    <a:lstStyle/>
                    <a:p>
                      <a:r>
                        <a:rPr lang="en-US" sz="1400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75545"/>
                  </a:ext>
                </a:extLst>
              </a:tr>
              <a:tr h="356956">
                <a:tc>
                  <a:txBody>
                    <a:bodyPr/>
                    <a:lstStyle/>
                    <a:p>
                      <a:r>
                        <a:rPr lang="en-US" sz="14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735579"/>
                  </a:ext>
                </a:extLst>
              </a:tr>
              <a:tr h="356956">
                <a:tc>
                  <a:txBody>
                    <a:bodyPr/>
                    <a:lstStyle/>
                    <a:p>
                      <a:r>
                        <a:rPr lang="en-US" sz="1400" dirty="0"/>
                        <a:t>Training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274.7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903319"/>
                  </a:ext>
                </a:extLst>
              </a:tr>
              <a:tr h="356956">
                <a:tc>
                  <a:txBody>
                    <a:bodyPr/>
                    <a:lstStyle/>
                    <a:p>
                      <a:r>
                        <a:rPr lang="en-US" sz="1400" dirty="0"/>
                        <a:t>Epoch(s)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125043"/>
                  </a:ext>
                </a:extLst>
              </a:tr>
              <a:tr h="356956">
                <a:tc>
                  <a:txBody>
                    <a:bodyPr/>
                    <a:lstStyle/>
                    <a:p>
                      <a:r>
                        <a:rPr lang="en-US" sz="1400" dirty="0"/>
                        <a:t>Total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2,689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46184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0EF0DF5-997B-9A44-53E3-BB023C9260E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Model Evaluation Using the Test Dataset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875675D-3905-0183-C023-2D120241969E}"/>
              </a:ext>
            </a:extLst>
          </p:cNvPr>
          <p:cNvSpPr/>
          <p:nvPr/>
        </p:nvSpPr>
        <p:spPr>
          <a:xfrm>
            <a:off x="3936098" y="1955233"/>
            <a:ext cx="852702" cy="1066800"/>
          </a:xfrm>
          <a:custGeom>
            <a:avLst/>
            <a:gdLst/>
            <a:ahLst/>
            <a:cxnLst/>
            <a:rect l="l" t="t" r="r" b="b"/>
            <a:pathLst>
              <a:path w="1554792" h="1862027">
                <a:moveTo>
                  <a:pt x="0" y="0"/>
                </a:moveTo>
                <a:lnTo>
                  <a:pt x="1554792" y="0"/>
                </a:lnTo>
                <a:lnTo>
                  <a:pt x="1554792" y="1862026"/>
                </a:lnTo>
                <a:lnTo>
                  <a:pt x="0" y="1862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573FDA-77DD-8C7B-97EC-828883055D48}"/>
              </a:ext>
            </a:extLst>
          </p:cNvPr>
          <p:cNvSpPr txBox="1"/>
          <p:nvPr/>
        </p:nvSpPr>
        <p:spPr>
          <a:xfrm>
            <a:off x="4362449" y="1337373"/>
            <a:ext cx="27837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2 LAYERS + ADAM</a:t>
            </a:r>
            <a:br>
              <a:rPr lang="en-US" b="1" dirty="0"/>
            </a:br>
            <a:r>
              <a:rPr lang="en-US" b="1" dirty="0"/>
              <a:t>LOWER DROPOUT RATE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91FDA-AC6C-DC4A-4C70-A76502D4A706}"/>
              </a:ext>
            </a:extLst>
          </p:cNvPr>
          <p:cNvSpPr txBox="1"/>
          <p:nvPr/>
        </p:nvSpPr>
        <p:spPr>
          <a:xfrm>
            <a:off x="8077200" y="1646893"/>
            <a:ext cx="2783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3 LAYERS + ADAM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1F70C0-E6F8-2631-0727-629D63C39450}"/>
              </a:ext>
            </a:extLst>
          </p:cNvPr>
          <p:cNvSpPr txBox="1"/>
          <p:nvPr/>
        </p:nvSpPr>
        <p:spPr>
          <a:xfrm>
            <a:off x="885283" y="1660538"/>
            <a:ext cx="2783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2 LAYERS + ADAM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66BEBA-D8A7-57FB-A933-7684E722700F}"/>
              </a:ext>
            </a:extLst>
          </p:cNvPr>
          <p:cNvSpPr/>
          <p:nvPr/>
        </p:nvSpPr>
        <p:spPr>
          <a:xfrm>
            <a:off x="4362448" y="3269694"/>
            <a:ext cx="2936153" cy="702232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1A1469-68EF-1C80-7910-BF4E27125917}"/>
              </a:ext>
            </a:extLst>
          </p:cNvPr>
          <p:cNvSpPr/>
          <p:nvPr/>
        </p:nvSpPr>
        <p:spPr>
          <a:xfrm>
            <a:off x="4362447" y="4684680"/>
            <a:ext cx="2936153" cy="702232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D0E2F91-EF74-4DC9-0B2E-1F11C0901920}"/>
              </a:ext>
            </a:extLst>
          </p:cNvPr>
          <p:cNvSpPr/>
          <p:nvPr/>
        </p:nvSpPr>
        <p:spPr>
          <a:xfrm>
            <a:off x="823821" y="4343194"/>
            <a:ext cx="2877923" cy="341486"/>
          </a:xfrm>
          <a:prstGeom prst="roundRect">
            <a:avLst/>
          </a:prstGeom>
          <a:noFill/>
          <a:ln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066548F-A2D2-DD76-EC4E-2EE735DBF638}"/>
              </a:ext>
            </a:extLst>
          </p:cNvPr>
          <p:cNvSpPr/>
          <p:nvPr/>
        </p:nvSpPr>
        <p:spPr>
          <a:xfrm>
            <a:off x="838199" y="2970238"/>
            <a:ext cx="2877923" cy="341486"/>
          </a:xfrm>
          <a:prstGeom prst="roundRect">
            <a:avLst/>
          </a:prstGeom>
          <a:noFill/>
          <a:ln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8DDF087-04EC-0DBC-BE9E-DA022DBC419E}"/>
              </a:ext>
            </a:extLst>
          </p:cNvPr>
          <p:cNvSpPr/>
          <p:nvPr/>
        </p:nvSpPr>
        <p:spPr>
          <a:xfrm>
            <a:off x="8135429" y="4027307"/>
            <a:ext cx="2877923" cy="341486"/>
          </a:xfrm>
          <a:prstGeom prst="roundRect">
            <a:avLst/>
          </a:prstGeom>
          <a:noFill/>
          <a:ln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81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F007C3C-9775-B934-C594-AFC8E7123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739" y="1471302"/>
            <a:ext cx="5992061" cy="44487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A804F4-0EE9-0CC9-B6AA-155392444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SHAP: Global Feature Importance &amp;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5B5C2-2484-754A-C7F2-8A8846CA8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33875" cy="4351338"/>
          </a:xfrm>
        </p:spPr>
        <p:txBody>
          <a:bodyPr>
            <a:normAutofit/>
          </a:bodyPr>
          <a:lstStyle/>
          <a:p>
            <a:r>
              <a:rPr lang="en-US" sz="2000" b="1" dirty="0"/>
              <a:t>Smoking, age, and weight have the largest impact on predictions.</a:t>
            </a:r>
          </a:p>
          <a:p>
            <a:r>
              <a:rPr lang="en-US" sz="2000" b="1" dirty="0"/>
              <a:t>High smoke </a:t>
            </a:r>
            <a:r>
              <a:rPr lang="en-US" sz="2000" dirty="0"/>
              <a:t>and</a:t>
            </a:r>
            <a:r>
              <a:rPr lang="en-US" sz="2000" b="1" dirty="0"/>
              <a:t> age values </a:t>
            </a:r>
            <a:r>
              <a:rPr lang="en-US" sz="2000" dirty="0"/>
              <a:t>push predictions toward cardiovascular risk.</a:t>
            </a:r>
          </a:p>
          <a:p>
            <a:r>
              <a:rPr lang="en-US" sz="2000" dirty="0"/>
              <a:t>cholesterol and Systolic blood pressure (“</a:t>
            </a:r>
            <a:r>
              <a:rPr lang="en-US" sz="2000" dirty="0" err="1"/>
              <a:t>ap_hi</a:t>
            </a:r>
            <a:r>
              <a:rPr lang="en-US" sz="2000" dirty="0"/>
              <a:t>”), while clinically important, had lower global SHAP values — suggesting lower variability or reduced sensitivity in the model to these inputs.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CC13CCD-B4A8-AE14-2615-B824EBDC1A92}"/>
              </a:ext>
            </a:extLst>
          </p:cNvPr>
          <p:cNvSpPr/>
          <p:nvPr/>
        </p:nvSpPr>
        <p:spPr>
          <a:xfrm>
            <a:off x="5472021" y="1690688"/>
            <a:ext cx="5176929" cy="1636712"/>
          </a:xfrm>
          <a:prstGeom prst="roundRect">
            <a:avLst/>
          </a:prstGeom>
          <a:noFill/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127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CDAAE-B765-673A-3A41-E440F9829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LIME: Local Explanation for One Prediction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C7BC07-57B7-57D7-2410-6B2A34A9C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73" y="2119196"/>
            <a:ext cx="10536654" cy="2197217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45F454CA-8E43-F8A7-3A46-2531F20289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4744921"/>
            <a:ext cx="807945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predicted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Cardio (0.84 probability)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this individual.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features pushed the prediction toward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"No Cardio“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Aligning with clinical logic: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highlight>
                  <a:srgbClr val="FFFF00"/>
                </a:highlight>
                <a:latin typeface="Arial" panose="020B0604020202020204" pitchFamily="34" charset="0"/>
              </a:rPr>
              <a:t>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ower risk behaviors → Lower cardiovascular risk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74FD6E49-829B-11B9-E640-2C2692B01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7584" y="1472865"/>
            <a:ext cx="21852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i="1" dirty="0">
                <a:latin typeface="Arial" panose="020B0604020202020204" pitchFamily="34" charset="0"/>
              </a:rPr>
              <a:t>Top 5</a:t>
            </a:r>
            <a:br>
              <a:rPr lang="en-US" altLang="en-US" sz="1800" b="1" i="1" dirty="0">
                <a:latin typeface="Arial" panose="020B0604020202020204" pitchFamily="34" charset="0"/>
              </a:rPr>
            </a:br>
            <a:r>
              <a:rPr lang="en-US" altLang="en-US" sz="1800" b="1" i="1" dirty="0">
                <a:latin typeface="Arial" panose="020B0604020202020204" pitchFamily="34" charset="0"/>
              </a:rPr>
              <a:t>Predictive Factors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560D4C7-CEC5-1DF5-BAC8-7B001A181489}"/>
              </a:ext>
            </a:extLst>
          </p:cNvPr>
          <p:cNvSpPr/>
          <p:nvPr/>
        </p:nvSpPr>
        <p:spPr>
          <a:xfrm>
            <a:off x="919071" y="2475648"/>
            <a:ext cx="2636929" cy="280252"/>
          </a:xfrm>
          <a:prstGeom prst="roundRect">
            <a:avLst/>
          </a:prstGeom>
          <a:noFill/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7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2BE00-D879-CA63-E207-EB0B65772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Faced &amp; Overcoming Them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863CD84-BF0F-0D3E-25DA-CDF14BD01A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5493807"/>
              </p:ext>
            </p:extLst>
          </p:nvPr>
        </p:nvGraphicFramePr>
        <p:xfrm>
          <a:off x="838200" y="1952625"/>
          <a:ext cx="10515600" cy="4224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9F911738-5A21-31E1-F7BC-163BDC61DE9B}"/>
              </a:ext>
            </a:extLst>
          </p:cNvPr>
          <p:cNvGrpSpPr/>
          <p:nvPr/>
        </p:nvGrpSpPr>
        <p:grpSpPr>
          <a:xfrm>
            <a:off x="838200" y="1462598"/>
            <a:ext cx="5351871" cy="1035618"/>
            <a:chOff x="2542565" y="3315719"/>
            <a:chExt cx="1241180" cy="103561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CAF5C1C-24E2-BABE-849E-3168583B1AAF}"/>
                </a:ext>
              </a:extLst>
            </p:cNvPr>
            <p:cNvSpPr/>
            <p:nvPr/>
          </p:nvSpPr>
          <p:spPr>
            <a:xfrm>
              <a:off x="2542565" y="3315719"/>
              <a:ext cx="912040" cy="1035618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20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1E8E245-7802-9F70-DD55-EB75409D3BDB}"/>
                </a:ext>
              </a:extLst>
            </p:cNvPr>
            <p:cNvSpPr txBox="1"/>
            <p:nvPr/>
          </p:nvSpPr>
          <p:spPr>
            <a:xfrm>
              <a:off x="2542565" y="3315719"/>
              <a:ext cx="1241180" cy="103561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4849" tIns="0" rIns="0" bIns="0" numCol="1" spcCol="1270" anchor="t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/>
                <a:t>Precision–Recall Trade-off &amp; Model Strategy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614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222B3-DA1F-190F-4139-149B5F43A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F91CC5-06F9-2E41-55EF-D4067BBF29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619746"/>
              </p:ext>
            </p:extLst>
          </p:nvPr>
        </p:nvGraphicFramePr>
        <p:xfrm>
          <a:off x="4358913" y="2501245"/>
          <a:ext cx="2936153" cy="35871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05749">
                  <a:extLst>
                    <a:ext uri="{9D8B030D-6E8A-4147-A177-3AD203B41FA5}">
                      <a16:colId xmlns:a16="http://schemas.microsoft.com/office/drawing/2014/main" val="3783373153"/>
                    </a:ext>
                  </a:extLst>
                </a:gridCol>
                <a:gridCol w="1130404">
                  <a:extLst>
                    <a:ext uri="{9D8B030D-6E8A-4147-A177-3AD203B41FA5}">
                      <a16:colId xmlns:a16="http://schemas.microsoft.com/office/drawing/2014/main" val="276532716"/>
                    </a:ext>
                  </a:extLst>
                </a:gridCol>
              </a:tblGrid>
              <a:tr h="35695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Top Performer</a:t>
                      </a:r>
                    </a:p>
                  </a:txBody>
                  <a:tcPr>
                    <a:lnB w="381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169869"/>
                  </a:ext>
                </a:extLst>
              </a:tr>
              <a:tr h="35695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BEST BALANCE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957085"/>
                  </a:ext>
                </a:extLst>
              </a:tr>
              <a:tr h="356956">
                <a:tc>
                  <a:txBody>
                    <a:bodyPr/>
                    <a:lstStyle/>
                    <a:p>
                      <a:r>
                        <a:rPr lang="en-US" sz="1400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131781"/>
                  </a:ext>
                </a:extLst>
              </a:tr>
              <a:tr h="356956">
                <a:tc>
                  <a:txBody>
                    <a:bodyPr/>
                    <a:lstStyle/>
                    <a:p>
                      <a:r>
                        <a:rPr lang="en-US" sz="1400" dirty="0"/>
                        <a:t>Balanced Acc.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180135"/>
                  </a:ext>
                </a:extLst>
              </a:tr>
              <a:tr h="356956">
                <a:tc>
                  <a:txBody>
                    <a:bodyPr/>
                    <a:lstStyle/>
                    <a:p>
                      <a:r>
                        <a:rPr lang="en-US" sz="1400" dirty="0"/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931188"/>
                  </a:ext>
                </a:extLst>
              </a:tr>
              <a:tr h="356956">
                <a:tc>
                  <a:txBody>
                    <a:bodyPr/>
                    <a:lstStyle/>
                    <a:p>
                      <a:r>
                        <a:rPr lang="en-US" sz="1400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75545"/>
                  </a:ext>
                </a:extLst>
              </a:tr>
              <a:tr h="356956">
                <a:tc>
                  <a:txBody>
                    <a:bodyPr/>
                    <a:lstStyle/>
                    <a:p>
                      <a:r>
                        <a:rPr lang="en-US" sz="14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735579"/>
                  </a:ext>
                </a:extLst>
              </a:tr>
              <a:tr h="356956">
                <a:tc>
                  <a:txBody>
                    <a:bodyPr/>
                    <a:lstStyle/>
                    <a:p>
                      <a:r>
                        <a:rPr lang="en-US" sz="1400" dirty="0"/>
                        <a:t>Training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274.7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903319"/>
                  </a:ext>
                </a:extLst>
              </a:tr>
              <a:tr h="356956">
                <a:tc>
                  <a:txBody>
                    <a:bodyPr/>
                    <a:lstStyle/>
                    <a:p>
                      <a:r>
                        <a:rPr lang="en-US" sz="1400" dirty="0"/>
                        <a:t>Epoch(s)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125043"/>
                  </a:ext>
                </a:extLst>
              </a:tr>
              <a:tr h="356956">
                <a:tc>
                  <a:txBody>
                    <a:bodyPr/>
                    <a:lstStyle/>
                    <a:p>
                      <a:r>
                        <a:rPr lang="en-US" sz="1400" dirty="0"/>
                        <a:t>Total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2,689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461840"/>
                  </a:ext>
                </a:extLst>
              </a:tr>
            </a:tbl>
          </a:graphicData>
        </a:graphic>
      </p:graphicFrame>
      <p:grpSp>
        <p:nvGrpSpPr>
          <p:cNvPr id="34" name="Group 33">
            <a:extLst>
              <a:ext uri="{FF2B5EF4-FFF2-40B4-BE49-F238E27FC236}">
                <a16:creationId xmlns:a16="http://schemas.microsoft.com/office/drawing/2014/main" id="{A494E239-2412-F62F-7332-96551A0ECB8C}"/>
              </a:ext>
            </a:extLst>
          </p:cNvPr>
          <p:cNvGrpSpPr/>
          <p:nvPr/>
        </p:nvGrpSpPr>
        <p:grpSpPr>
          <a:xfrm>
            <a:off x="983862" y="2581282"/>
            <a:ext cx="2135137" cy="3943455"/>
            <a:chOff x="5292306" y="2017527"/>
            <a:chExt cx="2135137" cy="394345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4861A2F-F959-0B84-C83D-5D9C360A6AF4}"/>
                </a:ext>
              </a:extLst>
            </p:cNvPr>
            <p:cNvGrpSpPr/>
            <p:nvPr/>
          </p:nvGrpSpPr>
          <p:grpSpPr>
            <a:xfrm>
              <a:off x="5292306" y="2017527"/>
              <a:ext cx="2135137" cy="3943455"/>
              <a:chOff x="9187177" y="517950"/>
              <a:chExt cx="2135137" cy="3943455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AB12BB73-4699-00A1-BBD8-897C8614F7F5}"/>
                  </a:ext>
                </a:extLst>
              </p:cNvPr>
              <p:cNvSpPr/>
              <p:nvPr/>
            </p:nvSpPr>
            <p:spPr>
              <a:xfrm>
                <a:off x="9187177" y="517950"/>
                <a:ext cx="2135137" cy="3943455"/>
              </a:xfrm>
              <a:prstGeom prst="roundRect">
                <a:avLst>
                  <a:gd name="adj" fmla="val 10000"/>
                </a:avLst>
              </a:prstGeom>
              <a:solidFill>
                <a:schemeClr val="accent6"/>
              </a:solidFill>
            </p:spPr>
            <p:style>
              <a:lnRef idx="0">
                <a:schemeClr val="dk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5"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Rectangle: Rounded Corners 4">
                <a:extLst>
                  <a:ext uri="{FF2B5EF4-FFF2-40B4-BE49-F238E27FC236}">
                    <a16:creationId xmlns:a16="http://schemas.microsoft.com/office/drawing/2014/main" id="{B3EB2324-D742-9DCD-D584-96692FF0A08D}"/>
                  </a:ext>
                </a:extLst>
              </p:cNvPr>
              <p:cNvSpPr txBox="1"/>
              <p:nvPr/>
            </p:nvSpPr>
            <p:spPr>
              <a:xfrm>
                <a:off x="9187177" y="625438"/>
                <a:ext cx="2135137" cy="57207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76200" tIns="76200" rIns="76200" bIns="76200" numCol="1" spcCol="1270" anchor="ctr" anchorCtr="0">
                <a:noAutofit/>
              </a:bodyPr>
              <a:lstStyle/>
              <a:p>
                <a:pPr marL="0" lvl="0" indent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600" b="1" kern="1200" dirty="0">
                    <a:solidFill>
                      <a:schemeClr val="bg1"/>
                    </a:solidFill>
                  </a:rPr>
                  <a:t>2 Layers + Adam Lower Dropout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0CC5B66-EDB3-93E0-FEB0-8E5E56615659}"/>
                </a:ext>
              </a:extLst>
            </p:cNvPr>
            <p:cNvGrpSpPr/>
            <p:nvPr/>
          </p:nvGrpSpPr>
          <p:grpSpPr>
            <a:xfrm>
              <a:off x="5505820" y="2838815"/>
              <a:ext cx="1708110" cy="319301"/>
              <a:chOff x="9400691" y="1339238"/>
              <a:chExt cx="1708110" cy="319301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F57DF151-BDA2-2EDF-9BD8-7A9D73BFC304}"/>
                  </a:ext>
                </a:extLst>
              </p:cNvPr>
              <p:cNvSpPr/>
              <p:nvPr/>
            </p:nvSpPr>
            <p:spPr>
              <a:xfrm>
                <a:off x="9400691" y="1339238"/>
                <a:ext cx="1708110" cy="319301"/>
              </a:xfrm>
              <a:prstGeom prst="roundRect">
                <a:avLst>
                  <a:gd name="adj" fmla="val 10000"/>
                </a:avLst>
              </a:prstGeom>
              <a:solidFill>
                <a:schemeClr val="bg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5">
                  <a:hueOff val="-9970995"/>
                  <a:satOff val="-678"/>
                  <a:lumOff val="1609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Rectangle: Rounded Corners 6">
                <a:extLst>
                  <a:ext uri="{FF2B5EF4-FFF2-40B4-BE49-F238E27FC236}">
                    <a16:creationId xmlns:a16="http://schemas.microsoft.com/office/drawing/2014/main" id="{CFE8F23E-1412-C2DD-1188-0D10D5E7CE06}"/>
                  </a:ext>
                </a:extLst>
              </p:cNvPr>
              <p:cNvSpPr txBox="1"/>
              <p:nvPr/>
            </p:nvSpPr>
            <p:spPr>
              <a:xfrm>
                <a:off x="9410043" y="1348590"/>
                <a:ext cx="1689406" cy="30059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0480" tIns="22860" rIns="30480" bIns="22860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200" kern="1200" dirty="0">
                    <a:solidFill>
                      <a:schemeClr val="tx1"/>
                    </a:solidFill>
                  </a:rPr>
                  <a:t>2 hidden layers: 64/32 neurons </a:t>
                </a:r>
                <a:r>
                  <a:rPr lang="en-US" sz="1200" b="0" kern="1200" dirty="0">
                    <a:solidFill>
                      <a:schemeClr val="tx1"/>
                    </a:solidFill>
                  </a:rPr>
                  <a:t>&amp; </a:t>
                </a:r>
                <a:r>
                  <a:rPr lang="en-US" sz="1200" b="0" kern="1200" dirty="0" err="1">
                    <a:solidFill>
                      <a:schemeClr val="tx1"/>
                    </a:solidFill>
                  </a:rPr>
                  <a:t>ReLU</a:t>
                </a:r>
                <a:endParaRPr lang="en-US" sz="1200" kern="12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89CA026-CADC-CE56-3F18-E959E477424B}"/>
                </a:ext>
              </a:extLst>
            </p:cNvPr>
            <p:cNvGrpSpPr/>
            <p:nvPr/>
          </p:nvGrpSpPr>
          <p:grpSpPr>
            <a:xfrm>
              <a:off x="5505820" y="3207240"/>
              <a:ext cx="1708110" cy="319301"/>
              <a:chOff x="9400691" y="1707663"/>
              <a:chExt cx="1708110" cy="319301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D686403B-0E13-7465-D456-5C9AEAE55D9E}"/>
                  </a:ext>
                </a:extLst>
              </p:cNvPr>
              <p:cNvSpPr/>
              <p:nvPr/>
            </p:nvSpPr>
            <p:spPr>
              <a:xfrm>
                <a:off x="9400691" y="1707663"/>
                <a:ext cx="1708110" cy="319301"/>
              </a:xfrm>
              <a:prstGeom prst="roundRect">
                <a:avLst>
                  <a:gd name="adj" fmla="val 10000"/>
                </a:avLst>
              </a:prstGeom>
              <a:solidFill>
                <a:schemeClr val="bg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5">
                  <a:hueOff val="-10282588"/>
                  <a:satOff val="-699"/>
                  <a:lumOff val="1659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Rectangle: Rounded Corners 8">
                <a:extLst>
                  <a:ext uri="{FF2B5EF4-FFF2-40B4-BE49-F238E27FC236}">
                    <a16:creationId xmlns:a16="http://schemas.microsoft.com/office/drawing/2014/main" id="{D31E3BE0-269B-6431-12A1-D0D1AE6AACF7}"/>
                  </a:ext>
                </a:extLst>
              </p:cNvPr>
              <p:cNvSpPr txBox="1"/>
              <p:nvPr/>
            </p:nvSpPr>
            <p:spPr>
              <a:xfrm>
                <a:off x="9410043" y="1717015"/>
                <a:ext cx="1689406" cy="30059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0480" tIns="22860" rIns="30480" bIns="22860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200" kern="1200" dirty="0">
                    <a:solidFill>
                      <a:schemeClr val="tx1"/>
                    </a:solidFill>
                  </a:rPr>
                  <a:t>Dropout rate: 0.1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E234311-4B70-ADFF-7EFE-0BAC1872C6C9}"/>
                </a:ext>
              </a:extLst>
            </p:cNvPr>
            <p:cNvGrpSpPr/>
            <p:nvPr/>
          </p:nvGrpSpPr>
          <p:grpSpPr>
            <a:xfrm>
              <a:off x="5505820" y="3575666"/>
              <a:ext cx="1708110" cy="319301"/>
              <a:chOff x="9400691" y="2076089"/>
              <a:chExt cx="1708110" cy="319301"/>
            </a:xfrm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BB74DE48-E57F-05B3-DA37-5AA2CADD6B46}"/>
                  </a:ext>
                </a:extLst>
              </p:cNvPr>
              <p:cNvSpPr/>
              <p:nvPr/>
            </p:nvSpPr>
            <p:spPr>
              <a:xfrm>
                <a:off x="9400691" y="2076089"/>
                <a:ext cx="1708110" cy="319301"/>
              </a:xfrm>
              <a:prstGeom prst="roundRect">
                <a:avLst>
                  <a:gd name="adj" fmla="val 10000"/>
                </a:avLst>
              </a:prstGeom>
              <a:solidFill>
                <a:schemeClr val="bg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5">
                  <a:hueOff val="-10594182"/>
                  <a:satOff val="-720"/>
                  <a:lumOff val="171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Rectangle: Rounded Corners 10">
                <a:extLst>
                  <a:ext uri="{FF2B5EF4-FFF2-40B4-BE49-F238E27FC236}">
                    <a16:creationId xmlns:a16="http://schemas.microsoft.com/office/drawing/2014/main" id="{59826D8E-68E4-CC2D-6C7A-C56DF9DE1673}"/>
                  </a:ext>
                </a:extLst>
              </p:cNvPr>
              <p:cNvSpPr txBox="1"/>
              <p:nvPr/>
            </p:nvSpPr>
            <p:spPr>
              <a:xfrm>
                <a:off x="9410043" y="2085441"/>
                <a:ext cx="1689406" cy="30059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0480" tIns="22860" rIns="30480" bIns="22860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200" kern="1200" dirty="0">
                    <a:solidFill>
                      <a:schemeClr val="tx1"/>
                    </a:solidFill>
                  </a:rPr>
                  <a:t>Optimizer: Adam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3ACDD88-F186-1F7A-0E58-52E01B588A38}"/>
                </a:ext>
              </a:extLst>
            </p:cNvPr>
            <p:cNvGrpSpPr/>
            <p:nvPr/>
          </p:nvGrpSpPr>
          <p:grpSpPr>
            <a:xfrm>
              <a:off x="5505820" y="3944091"/>
              <a:ext cx="1708110" cy="319301"/>
              <a:chOff x="9400691" y="2444514"/>
              <a:chExt cx="1708110" cy="319301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E55C1ECC-F862-F0A9-381A-721B44C0CA38}"/>
                  </a:ext>
                </a:extLst>
              </p:cNvPr>
              <p:cNvSpPr/>
              <p:nvPr/>
            </p:nvSpPr>
            <p:spPr>
              <a:xfrm>
                <a:off x="9400691" y="2444514"/>
                <a:ext cx="1708110" cy="319301"/>
              </a:xfrm>
              <a:prstGeom prst="roundRect">
                <a:avLst>
                  <a:gd name="adj" fmla="val 10000"/>
                </a:avLst>
              </a:prstGeom>
              <a:solidFill>
                <a:schemeClr val="bg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5">
                  <a:hueOff val="-10905775"/>
                  <a:satOff val="-741"/>
                  <a:lumOff val="176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Rectangle: Rounded Corners 12">
                <a:extLst>
                  <a:ext uri="{FF2B5EF4-FFF2-40B4-BE49-F238E27FC236}">
                    <a16:creationId xmlns:a16="http://schemas.microsoft.com/office/drawing/2014/main" id="{51326BB9-3D18-A173-479C-2740D696ED5E}"/>
                  </a:ext>
                </a:extLst>
              </p:cNvPr>
              <p:cNvSpPr txBox="1"/>
              <p:nvPr/>
            </p:nvSpPr>
            <p:spPr>
              <a:xfrm>
                <a:off x="9410043" y="2453866"/>
                <a:ext cx="1689406" cy="30059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0480" tIns="22860" rIns="30480" bIns="22860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200" kern="1200" dirty="0">
                    <a:solidFill>
                      <a:schemeClr val="tx1"/>
                    </a:solidFill>
                  </a:rPr>
                  <a:t>Learning Rate: 0.001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2A77119-0FCE-D630-6626-E22CB02A4239}"/>
                </a:ext>
              </a:extLst>
            </p:cNvPr>
            <p:cNvGrpSpPr/>
            <p:nvPr/>
          </p:nvGrpSpPr>
          <p:grpSpPr>
            <a:xfrm>
              <a:off x="5505820" y="4312516"/>
              <a:ext cx="1708110" cy="319301"/>
              <a:chOff x="9400691" y="2812939"/>
              <a:chExt cx="1708110" cy="319301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3D5BEC07-CC58-9C6C-0DBE-2CE9A0094540}"/>
                  </a:ext>
                </a:extLst>
              </p:cNvPr>
              <p:cNvSpPr/>
              <p:nvPr/>
            </p:nvSpPr>
            <p:spPr>
              <a:xfrm>
                <a:off x="9400691" y="2812939"/>
                <a:ext cx="1708110" cy="319301"/>
              </a:xfrm>
              <a:prstGeom prst="roundRect">
                <a:avLst>
                  <a:gd name="adj" fmla="val 10000"/>
                </a:avLst>
              </a:prstGeom>
              <a:solidFill>
                <a:schemeClr val="bg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5">
                  <a:hueOff val="-11217369"/>
                  <a:satOff val="-762"/>
                  <a:lumOff val="181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Rectangle: Rounded Corners 14">
                <a:extLst>
                  <a:ext uri="{FF2B5EF4-FFF2-40B4-BE49-F238E27FC236}">
                    <a16:creationId xmlns:a16="http://schemas.microsoft.com/office/drawing/2014/main" id="{639B4310-736C-B601-A1D4-2ECFB07E9CD1}"/>
                  </a:ext>
                </a:extLst>
              </p:cNvPr>
              <p:cNvSpPr txBox="1"/>
              <p:nvPr/>
            </p:nvSpPr>
            <p:spPr>
              <a:xfrm>
                <a:off x="9410043" y="2822291"/>
                <a:ext cx="1689406" cy="30059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0480" tIns="22860" rIns="30480" bIns="22860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200" kern="1200" dirty="0">
                    <a:solidFill>
                      <a:schemeClr val="tx1"/>
                    </a:solidFill>
                  </a:rPr>
                  <a:t>Epochs: 100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8E64E65-A23E-A1F6-E171-D6C905D8EFF0}"/>
                </a:ext>
              </a:extLst>
            </p:cNvPr>
            <p:cNvGrpSpPr/>
            <p:nvPr/>
          </p:nvGrpSpPr>
          <p:grpSpPr>
            <a:xfrm>
              <a:off x="5505820" y="4680942"/>
              <a:ext cx="1708110" cy="319301"/>
              <a:chOff x="9400691" y="3181365"/>
              <a:chExt cx="1708110" cy="319301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FECBA3F0-7BE3-AA4F-8413-B4B25C3B4505}"/>
                  </a:ext>
                </a:extLst>
              </p:cNvPr>
              <p:cNvSpPr/>
              <p:nvPr/>
            </p:nvSpPr>
            <p:spPr>
              <a:xfrm>
                <a:off x="9400691" y="3181365"/>
                <a:ext cx="1708110" cy="319301"/>
              </a:xfrm>
              <a:prstGeom prst="roundRect">
                <a:avLst>
                  <a:gd name="adj" fmla="val 10000"/>
                </a:avLst>
              </a:prstGeom>
              <a:solidFill>
                <a:schemeClr val="bg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5">
                  <a:hueOff val="-11528962"/>
                  <a:satOff val="-784"/>
                  <a:lumOff val="186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Rectangle: Rounded Corners 16">
                <a:extLst>
                  <a:ext uri="{FF2B5EF4-FFF2-40B4-BE49-F238E27FC236}">
                    <a16:creationId xmlns:a16="http://schemas.microsoft.com/office/drawing/2014/main" id="{AE0DEC68-FBFE-FDFE-A447-7884B334E34C}"/>
                  </a:ext>
                </a:extLst>
              </p:cNvPr>
              <p:cNvSpPr txBox="1"/>
              <p:nvPr/>
            </p:nvSpPr>
            <p:spPr>
              <a:xfrm>
                <a:off x="9410043" y="3190717"/>
                <a:ext cx="1689406" cy="30059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0480" tIns="22860" rIns="30480" bIns="22860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200" kern="1200" dirty="0">
                    <a:solidFill>
                      <a:schemeClr val="tx1"/>
                    </a:solidFill>
                  </a:rPr>
                  <a:t>Batch Size: 32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9EFCCC-12AD-44EC-E3E9-568DB30A99E6}"/>
                </a:ext>
              </a:extLst>
            </p:cNvPr>
            <p:cNvGrpSpPr/>
            <p:nvPr/>
          </p:nvGrpSpPr>
          <p:grpSpPr>
            <a:xfrm>
              <a:off x="5505820" y="5049367"/>
              <a:ext cx="1708110" cy="319301"/>
              <a:chOff x="9400691" y="3549790"/>
              <a:chExt cx="1708110" cy="319301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05DD1E8C-1D9D-4779-7A0F-D79B99C42D67}"/>
                  </a:ext>
                </a:extLst>
              </p:cNvPr>
              <p:cNvSpPr/>
              <p:nvPr/>
            </p:nvSpPr>
            <p:spPr>
              <a:xfrm>
                <a:off x="9400691" y="3549790"/>
                <a:ext cx="1708110" cy="319301"/>
              </a:xfrm>
              <a:prstGeom prst="roundRect">
                <a:avLst>
                  <a:gd name="adj" fmla="val 10000"/>
                </a:avLst>
              </a:prstGeom>
              <a:solidFill>
                <a:schemeClr val="bg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5">
                  <a:hueOff val="-11840556"/>
                  <a:satOff val="-805"/>
                  <a:lumOff val="1911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CB497A95-93E9-D8A2-C180-F8276D5D1E92}"/>
                  </a:ext>
                </a:extLst>
              </p:cNvPr>
              <p:cNvSpPr txBox="1"/>
              <p:nvPr/>
            </p:nvSpPr>
            <p:spPr>
              <a:xfrm>
                <a:off x="9410043" y="3559142"/>
                <a:ext cx="1689406" cy="30059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0480" tIns="22860" rIns="30480" bIns="22860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200" kern="1200" dirty="0">
                    <a:solidFill>
                      <a:schemeClr val="tx1"/>
                    </a:solidFill>
                  </a:rPr>
                  <a:t>Patience: 10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E4A3883-779A-3053-62E9-2A2FCDBA2F65}"/>
                </a:ext>
              </a:extLst>
            </p:cNvPr>
            <p:cNvGrpSpPr/>
            <p:nvPr/>
          </p:nvGrpSpPr>
          <p:grpSpPr>
            <a:xfrm>
              <a:off x="5505820" y="5417792"/>
              <a:ext cx="1708110" cy="319301"/>
              <a:chOff x="9400691" y="3918215"/>
              <a:chExt cx="1708110" cy="319301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C6205495-CB47-B166-ABB7-9C41BC76EAE6}"/>
                  </a:ext>
                </a:extLst>
              </p:cNvPr>
              <p:cNvSpPr/>
              <p:nvPr/>
            </p:nvSpPr>
            <p:spPr>
              <a:xfrm>
                <a:off x="9400691" y="3918215"/>
                <a:ext cx="1708110" cy="319301"/>
              </a:xfrm>
              <a:prstGeom prst="roundRect">
                <a:avLst>
                  <a:gd name="adj" fmla="val 10000"/>
                </a:avLst>
              </a:prstGeom>
              <a:solidFill>
                <a:schemeClr val="bg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5">
                  <a:hueOff val="-12152150"/>
                  <a:satOff val="-826"/>
                  <a:lumOff val="1961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Rectangle: Rounded Corners 20">
                <a:extLst>
                  <a:ext uri="{FF2B5EF4-FFF2-40B4-BE49-F238E27FC236}">
                    <a16:creationId xmlns:a16="http://schemas.microsoft.com/office/drawing/2014/main" id="{F41CF8CB-1E8E-A580-BD25-A1AB9BDDC420}"/>
                  </a:ext>
                </a:extLst>
              </p:cNvPr>
              <p:cNvSpPr txBox="1"/>
              <p:nvPr/>
            </p:nvSpPr>
            <p:spPr>
              <a:xfrm>
                <a:off x="9410043" y="3927567"/>
                <a:ext cx="1689406" cy="30059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0480" tIns="22860" rIns="30480" bIns="22860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200" b="0" kern="1200" dirty="0">
                    <a:solidFill>
                      <a:schemeClr val="tx1"/>
                    </a:solidFill>
                  </a:rPr>
                  <a:t>Sigmoid in output</a:t>
                </a:r>
                <a:endParaRPr lang="en-US" sz="1200" kern="12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BC1FE34-384C-FFA1-E197-7A712A8F04D2}"/>
              </a:ext>
            </a:extLst>
          </p:cNvPr>
          <p:cNvSpPr txBox="1"/>
          <p:nvPr/>
        </p:nvSpPr>
        <p:spPr>
          <a:xfrm>
            <a:off x="838201" y="1385425"/>
            <a:ext cx="10515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2 Layer + Adam with Lower Dropout has strongest balance of performance, efficiency, and interpretability,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Ideal candidate for real-world health risk prediction deployment.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3DA0E88F-D74E-7E54-7406-2D59DC60FACA}"/>
              </a:ext>
            </a:extLst>
          </p:cNvPr>
          <p:cNvSpPr txBox="1">
            <a:spLocks/>
          </p:cNvSpPr>
          <p:nvPr/>
        </p:nvSpPr>
        <p:spPr>
          <a:xfrm rot="16200000">
            <a:off x="2875258" y="3721438"/>
            <a:ext cx="2049712" cy="719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Best </a:t>
            </a:r>
            <a:r>
              <a:rPr lang="en-US" sz="1200" b="1" dirty="0">
                <a:solidFill>
                  <a:schemeClr val="accent3"/>
                </a:solidFill>
              </a:rPr>
              <a:t>F1 + Precision combo </a:t>
            </a:r>
            <a:r>
              <a:rPr lang="en-US" sz="1200" dirty="0">
                <a:solidFill>
                  <a:schemeClr val="accent3"/>
                </a:solidFill>
              </a:rPr>
              <a:t>without sacrificing Recall</a:t>
            </a:r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7BE9BFC3-73B8-C959-F361-64DAF6C23FCB}"/>
              </a:ext>
            </a:extLst>
          </p:cNvPr>
          <p:cNvSpPr/>
          <p:nvPr/>
        </p:nvSpPr>
        <p:spPr>
          <a:xfrm>
            <a:off x="4043312" y="3357465"/>
            <a:ext cx="315601" cy="1424577"/>
          </a:xfrm>
          <a:prstGeom prst="leftBrace">
            <a:avLst>
              <a:gd name="adj1" fmla="val 8333"/>
              <a:gd name="adj2" fmla="val 52675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10A813C8-2AB9-EABA-50A9-380767DC5C40}"/>
              </a:ext>
            </a:extLst>
          </p:cNvPr>
          <p:cNvSpPr txBox="1">
            <a:spLocks/>
          </p:cNvSpPr>
          <p:nvPr/>
        </p:nvSpPr>
        <p:spPr>
          <a:xfrm>
            <a:off x="4597992" y="6105996"/>
            <a:ext cx="2697074" cy="386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Early convergence &amp; lightweight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E606F6E-8A92-BC3E-42E9-F9D21E537DAF}"/>
              </a:ext>
            </a:extLst>
          </p:cNvPr>
          <p:cNvSpPr/>
          <p:nvPr/>
        </p:nvSpPr>
        <p:spPr>
          <a:xfrm>
            <a:off x="4358913" y="5020668"/>
            <a:ext cx="2936153" cy="1022172"/>
          </a:xfrm>
          <a:prstGeom prst="rect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25E9C3C-C01C-52CC-F5E9-9B0C9C1E5E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580"/>
          <a:stretch/>
        </p:blipFill>
        <p:spPr>
          <a:xfrm>
            <a:off x="7569200" y="2681211"/>
            <a:ext cx="4280287" cy="196516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69DC585-5216-8FFE-71B5-1EF64E2067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771"/>
          <a:stretch/>
        </p:blipFill>
        <p:spPr>
          <a:xfrm>
            <a:off x="7835345" y="4069753"/>
            <a:ext cx="2131427" cy="219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218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B1157-0B0D-F076-64B7-F0192A265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Thank You!</a:t>
            </a:r>
          </a:p>
        </p:txBody>
      </p:sp>
      <p:pic>
        <p:nvPicPr>
          <p:cNvPr id="5" name="Content Placeholder 4" descr="A cartoon penguin wearing a hat&#10;&#10;AI-generated content may be incorrect.">
            <a:extLst>
              <a:ext uri="{FF2B5EF4-FFF2-40B4-BE49-F238E27FC236}">
                <a16:creationId xmlns:a16="http://schemas.microsoft.com/office/drawing/2014/main" id="{4F5BBDF4-7301-3A9A-4881-DB9B4A70C4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358809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1255</Words>
  <Application>Microsoft Office PowerPoint</Application>
  <PresentationFormat>Widescreen</PresentationFormat>
  <Paragraphs>256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Cardiovascular Disease Prediction</vt:lpstr>
      <vt:lpstr>Problem Statement &amp; Dataset</vt:lpstr>
      <vt:lpstr>Problem Statement &amp; Dataset</vt:lpstr>
      <vt:lpstr>Problem Statement &amp; Dataset</vt:lpstr>
      <vt:lpstr>Data Pre-processing</vt:lpstr>
      <vt:lpstr>Data Pre-processing</vt:lpstr>
      <vt:lpstr>Model Architectures &amp; Hyperparameters</vt:lpstr>
      <vt:lpstr>Model Comparison &amp; Training</vt:lpstr>
      <vt:lpstr>Model Comparison &amp; Training</vt:lpstr>
      <vt:lpstr>Model Comparison &amp; Training</vt:lpstr>
      <vt:lpstr>Model Comparison &amp; Training</vt:lpstr>
      <vt:lpstr>Model Comparison &amp; Training</vt:lpstr>
      <vt:lpstr>PowerPoint Presentation</vt:lpstr>
      <vt:lpstr>PowerPoint Presentation</vt:lpstr>
      <vt:lpstr>SHAP: Global Feature Importance &amp; Impact</vt:lpstr>
      <vt:lpstr>LIME: Local Explanation for One Prediction</vt:lpstr>
      <vt:lpstr>Challenges Faced &amp; Overcoming Them</vt:lpstr>
      <vt:lpstr>Summary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Kim, Cat H</dc:creator>
  <cp:lastModifiedBy>Kim, Cat H</cp:lastModifiedBy>
  <cp:revision>1</cp:revision>
  <dcterms:created xsi:type="dcterms:W3CDTF">2025-05-02T19:53:52Z</dcterms:created>
  <dcterms:modified xsi:type="dcterms:W3CDTF">2025-05-03T09:04:10Z</dcterms:modified>
</cp:coreProperties>
</file>